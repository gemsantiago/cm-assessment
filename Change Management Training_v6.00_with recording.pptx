
<file path=[Content_Types].xml><?xml version="1.0" encoding="utf-8"?>
<Types xmlns="http://schemas.openxmlformats.org/package/2006/content-types">
  <Default Extension="emf" ContentType="image/x-emf"/>
  <Default Extension="jpeg" ContentType="image/jpeg"/>
  <Default Extension="jpg" ContentType="image/jpeg"/>
  <Default Extension="m4a" ContentType="audio/mp4"/>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5"/>
  </p:notesMasterIdLst>
  <p:sldIdLst>
    <p:sldId id="261" r:id="rId2"/>
    <p:sldId id="264" r:id="rId3"/>
    <p:sldId id="262" r:id="rId4"/>
    <p:sldId id="299" r:id="rId5"/>
    <p:sldId id="263" r:id="rId6"/>
    <p:sldId id="259" r:id="rId7"/>
    <p:sldId id="415" r:id="rId8"/>
    <p:sldId id="410" r:id="rId9"/>
    <p:sldId id="411" r:id="rId10"/>
    <p:sldId id="412" r:id="rId11"/>
    <p:sldId id="413" r:id="rId12"/>
    <p:sldId id="372" r:id="rId13"/>
    <p:sldId id="381" r:id="rId14"/>
    <p:sldId id="374" r:id="rId15"/>
    <p:sldId id="382" r:id="rId16"/>
    <p:sldId id="375" r:id="rId17"/>
    <p:sldId id="383" r:id="rId18"/>
    <p:sldId id="384" r:id="rId19"/>
    <p:sldId id="380" r:id="rId20"/>
    <p:sldId id="385" r:id="rId21"/>
    <p:sldId id="387" r:id="rId22"/>
    <p:sldId id="386" r:id="rId23"/>
    <p:sldId id="388" r:id="rId24"/>
    <p:sldId id="389" r:id="rId25"/>
    <p:sldId id="390" r:id="rId26"/>
    <p:sldId id="391" r:id="rId27"/>
    <p:sldId id="392" r:id="rId28"/>
    <p:sldId id="393" r:id="rId29"/>
    <p:sldId id="394" r:id="rId30"/>
    <p:sldId id="395" r:id="rId31"/>
    <p:sldId id="396" r:id="rId32"/>
    <p:sldId id="399" r:id="rId33"/>
    <p:sldId id="401" r:id="rId34"/>
    <p:sldId id="414" r:id="rId35"/>
    <p:sldId id="402" r:id="rId36"/>
    <p:sldId id="403" r:id="rId37"/>
    <p:sldId id="404" r:id="rId38"/>
    <p:sldId id="405" r:id="rId39"/>
    <p:sldId id="407" r:id="rId40"/>
    <p:sldId id="298" r:id="rId41"/>
    <p:sldId id="297" r:id="rId42"/>
    <p:sldId id="408" r:id="rId43"/>
    <p:sldId id="40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6AD"/>
    <a:srgbClr val="7F1B7D"/>
    <a:srgbClr val="FE0000"/>
    <a:srgbClr val="0061AA"/>
    <a:srgbClr val="B03346"/>
    <a:srgbClr val="F4F4F4"/>
    <a:srgbClr val="65656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94" autoAdjust="0"/>
    <p:restoredTop sz="85816"/>
  </p:normalViewPr>
  <p:slideViewPr>
    <p:cSldViewPr snapToGrid="0" showGuides="1">
      <p:cViewPr>
        <p:scale>
          <a:sx n="100" d="100"/>
          <a:sy n="100" d="100"/>
        </p:scale>
        <p:origin x="800" y="-2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89243F-B1BB-4202-BD78-416ACA555174}" type="datetimeFigureOut">
              <a:rPr lang="en-US" smtClean="0"/>
              <a:t>4/1/22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8D2766-C49B-4C1A-9FEE-6F146754B02B}" type="slidenum">
              <a:rPr lang="en-US" smtClean="0"/>
              <a:t>‹#›</a:t>
            </a:fld>
            <a:endParaRPr lang="en-US"/>
          </a:p>
        </p:txBody>
      </p:sp>
    </p:spTree>
    <p:extLst>
      <p:ext uri="{BB962C8B-B14F-4D97-AF65-F5344CB8AC3E}">
        <p14:creationId xmlns:p14="http://schemas.microsoft.com/office/powerpoint/2010/main" val="4064041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and welcome to IBM CIC Philippines’ training on Change Management Policy and Process presented by the Quality Management System Team.</a:t>
            </a:r>
          </a:p>
          <a:p>
            <a:endParaRPr lang="en-US" dirty="0"/>
          </a:p>
          <a:p>
            <a:r>
              <a:rPr lang="en-US" dirty="0"/>
              <a:t>For your information, IBM CIC Philippines’ Change Management Policy is aligned with IBM’s Global Quality Framework, which follows the ISO 9001:2015 requirements of the company.</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1</a:t>
            </a:fld>
            <a:endParaRPr lang="en-US"/>
          </a:p>
        </p:txBody>
      </p:sp>
    </p:spTree>
    <p:extLst>
      <p:ext uri="{BB962C8B-B14F-4D97-AF65-F5344CB8AC3E}">
        <p14:creationId xmlns:p14="http://schemas.microsoft.com/office/powerpoint/2010/main" val="1997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reminders before we begin.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training is part of the IBM CIC PH Change Management Policy and Process Learning Plan. To gain full understanding of this topic and complete Think40 credits, make sure that you also complete the post-training assessment after this course. The target passing rate for the post-training assessment is 85%.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training materials and reference links are readily available from the w3 Publisher page of the QMS Team: w3.ibm.com forward slash w3publisher forward slash qms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2</a:t>
            </a:fld>
            <a:endParaRPr lang="en-US"/>
          </a:p>
        </p:txBody>
      </p:sp>
    </p:spTree>
    <p:extLst>
      <p:ext uri="{BB962C8B-B14F-4D97-AF65-F5344CB8AC3E}">
        <p14:creationId xmlns:p14="http://schemas.microsoft.com/office/powerpoint/2010/main" val="1194271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this training you will: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Gain knowledge on Change Management policy and guidelines.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Get to understand your roles and responsibilities as IBM employees in </a:t>
            </a:r>
            <a:r>
              <a:rPr lang="en-PH" sz="1200" dirty="0"/>
              <a:t>proper handling of contract changes, and IBM-initiated process changes.</a:t>
            </a:r>
            <a:endParaRPr lang="en-US"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And you will be familiar with the change management workflow embedded in our change management tool MDC Percolator.</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a:t>
            </a:fld>
            <a:endParaRPr lang="en-US"/>
          </a:p>
        </p:txBody>
      </p:sp>
    </p:spTree>
    <p:extLst>
      <p:ext uri="{BB962C8B-B14F-4D97-AF65-F5344CB8AC3E}">
        <p14:creationId xmlns:p14="http://schemas.microsoft.com/office/powerpoint/2010/main" val="987923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Management policy and process defines the proper handling of contract changes which may be raised or initiated by IBM or the client.</a:t>
            </a:r>
          </a:p>
        </p:txBody>
      </p:sp>
      <p:sp>
        <p:nvSpPr>
          <p:cNvPr id="4" name="Slide Number Placeholder 3"/>
          <p:cNvSpPr>
            <a:spLocks noGrp="1"/>
          </p:cNvSpPr>
          <p:nvPr>
            <p:ph type="sldNum" sz="quarter" idx="10"/>
          </p:nvPr>
        </p:nvSpPr>
        <p:spPr/>
        <p:txBody>
          <a:bodyPr/>
          <a:lstStyle/>
          <a:p>
            <a:fld id="{6313B8D1-E409-465F-BB17-06DF2B06A969}" type="slidenum">
              <a:rPr lang="en-US" smtClean="0"/>
              <a:t>4</a:t>
            </a:fld>
            <a:endParaRPr lang="en-US"/>
          </a:p>
        </p:txBody>
      </p:sp>
    </p:spTree>
    <p:extLst>
      <p:ext uri="{BB962C8B-B14F-4D97-AF65-F5344CB8AC3E}">
        <p14:creationId xmlns:p14="http://schemas.microsoft.com/office/powerpoint/2010/main" val="1614827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management policy and process ensures that all contractual and IBM-initiated changes are documented before execution.</a:t>
            </a:r>
          </a:p>
          <a:p>
            <a:endParaRPr lang="en-US" dirty="0"/>
          </a:p>
          <a:p>
            <a:r>
              <a:rPr lang="en-US" dirty="0"/>
              <a:t>This objective helps avoid the following risks in case of no documented agreement between IBM and the client of a new or added scope or process:</a:t>
            </a:r>
          </a:p>
          <a:p>
            <a:r>
              <a:rPr lang="en-US" dirty="0"/>
              <a:t>IBM not being paid for work performed </a:t>
            </a:r>
          </a:p>
          <a:p>
            <a:r>
              <a:rPr lang="en-US" dirty="0"/>
              <a:t>No protection of IBM’s intellectual properly and no limitation on IBM’s liabilities</a:t>
            </a:r>
          </a:p>
          <a:p>
            <a:r>
              <a:rPr lang="en-US" dirty="0"/>
              <a:t>And potential mismatch of IBM and customer expectations which may lead to disputes and customer dissatisfaction</a:t>
            </a:r>
          </a:p>
        </p:txBody>
      </p:sp>
      <p:sp>
        <p:nvSpPr>
          <p:cNvPr id="4" name="Slide Number Placeholder 3"/>
          <p:cNvSpPr>
            <a:spLocks noGrp="1"/>
          </p:cNvSpPr>
          <p:nvPr>
            <p:ph type="sldNum" sz="quarter" idx="10"/>
          </p:nvPr>
        </p:nvSpPr>
        <p:spPr/>
        <p:txBody>
          <a:bodyPr/>
          <a:lstStyle/>
          <a:p>
            <a:fld id="{6313B8D1-E409-465F-BB17-06DF2B06A969}" type="slidenum">
              <a:rPr lang="en-US" smtClean="0"/>
              <a:t>5</a:t>
            </a:fld>
            <a:endParaRPr lang="en-US"/>
          </a:p>
        </p:txBody>
      </p:sp>
    </p:spTree>
    <p:extLst>
      <p:ext uri="{BB962C8B-B14F-4D97-AF65-F5344CB8AC3E}">
        <p14:creationId xmlns:p14="http://schemas.microsoft.com/office/powerpoint/2010/main" val="1651614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time your original processes will evolve. </a:t>
            </a:r>
          </a:p>
          <a:p>
            <a:endParaRPr lang="en-US" dirty="0"/>
          </a:p>
          <a:p>
            <a:r>
              <a:rPr lang="en-US" dirty="0"/>
              <a:t>To provide guidance on how to properly manage your process changes, we have identified two types of Process Changes.</a:t>
            </a:r>
          </a:p>
          <a:p>
            <a:endParaRPr lang="en-US" dirty="0"/>
          </a:p>
          <a:p>
            <a:r>
              <a:rPr lang="en-US" dirty="0"/>
              <a:t>Major Changes are those that fall under a change to your existing contract like addition or deletion of a process. These changes are also commonly due to process improvement initiatives like automation projects or process re-engineering.</a:t>
            </a:r>
          </a:p>
          <a:p>
            <a:endParaRPr lang="en-US" dirty="0"/>
          </a:p>
          <a:p>
            <a:r>
              <a:rPr lang="en-US" dirty="0"/>
              <a:t>Any work or process being executed that is not yet covered by an existing contract or with no signed Process Change Request or PCR yet but with impact to cost or revenue baseline are also considered a Major Change under Work at Risk. An example of Work at Risk is hiring of employees pending the final approval of the contract.</a:t>
            </a:r>
          </a:p>
          <a:p>
            <a:endParaRPr lang="en-US" dirty="0"/>
          </a:p>
          <a:p>
            <a:r>
              <a:rPr lang="en-US" dirty="0"/>
              <a:t>These Major Changes are required to be logged in the MDC Percolator tool.</a:t>
            </a:r>
          </a:p>
        </p:txBody>
      </p:sp>
      <p:sp>
        <p:nvSpPr>
          <p:cNvPr id="4" name="Slide Number Placeholder 3"/>
          <p:cNvSpPr>
            <a:spLocks noGrp="1"/>
          </p:cNvSpPr>
          <p:nvPr>
            <p:ph type="sldNum" sz="quarter" idx="10"/>
          </p:nvPr>
        </p:nvSpPr>
        <p:spPr/>
        <p:txBody>
          <a:bodyPr/>
          <a:lstStyle/>
          <a:p>
            <a:fld id="{6313B8D1-E409-465F-BB17-06DF2B06A969}" type="slidenum">
              <a:rPr lang="en-US" smtClean="0"/>
              <a:t>6</a:t>
            </a:fld>
            <a:endParaRPr lang="en-US"/>
          </a:p>
        </p:txBody>
      </p:sp>
    </p:spTree>
    <p:extLst>
      <p:ext uri="{BB962C8B-B14F-4D97-AF65-F5344CB8AC3E}">
        <p14:creationId xmlns:p14="http://schemas.microsoft.com/office/powerpoint/2010/main" val="3721507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Minor changes are the simple updates to your process like changes to links, templates or forms. These types of changes do not alter the actual steps of your process.</a:t>
            </a:r>
          </a:p>
          <a:p>
            <a:r>
              <a:rPr lang="en-US" dirty="0"/>
              <a:t>Ad hoc Requests or one-time requests from the client are also considered a minor process change. However, if these ad hoc requests become a regular requirement, inform your leads so they can determine if this should already be flagged as a major change.</a:t>
            </a:r>
          </a:p>
          <a:p>
            <a:endParaRPr lang="en-US" dirty="0"/>
          </a:p>
          <a:p>
            <a:r>
              <a:rPr lang="en-US" dirty="0"/>
              <a:t>Minor process changes are not required to be logged in the MDC Percolator tool.</a:t>
            </a:r>
          </a:p>
        </p:txBody>
      </p:sp>
      <p:sp>
        <p:nvSpPr>
          <p:cNvPr id="4" name="Slide Number Placeholder 3"/>
          <p:cNvSpPr>
            <a:spLocks noGrp="1"/>
          </p:cNvSpPr>
          <p:nvPr>
            <p:ph type="sldNum" sz="quarter" idx="10"/>
          </p:nvPr>
        </p:nvSpPr>
        <p:spPr/>
        <p:txBody>
          <a:bodyPr/>
          <a:lstStyle/>
          <a:p>
            <a:fld id="{6313B8D1-E409-465F-BB17-06DF2B06A969}" type="slidenum">
              <a:rPr lang="en-US" smtClean="0"/>
              <a:t>7</a:t>
            </a:fld>
            <a:endParaRPr lang="en-US"/>
          </a:p>
        </p:txBody>
      </p:sp>
    </p:spTree>
    <p:extLst>
      <p:ext uri="{BB962C8B-B14F-4D97-AF65-F5344CB8AC3E}">
        <p14:creationId xmlns:p14="http://schemas.microsoft.com/office/powerpoint/2010/main" val="675425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now have a series of knowledge checks to confirm your understanding of the topic.</a:t>
            </a:r>
          </a:p>
          <a:p>
            <a:endParaRPr lang="en-US" dirty="0"/>
          </a:p>
          <a:p>
            <a:r>
              <a:rPr lang="en-US" dirty="0"/>
              <a:t>Question 1:</a:t>
            </a:r>
          </a:p>
          <a:p>
            <a:r>
              <a:rPr lang="en-US" dirty="0"/>
              <a:t>What is the tool used for logging specific process changes?</a:t>
            </a:r>
          </a:p>
          <a:p>
            <a:endParaRPr lang="en-US" dirty="0"/>
          </a:p>
          <a:p>
            <a:r>
              <a:rPr lang="en-US" dirty="0"/>
              <a:t>Is it – </a:t>
            </a:r>
          </a:p>
          <a:p>
            <a:endParaRPr lang="en-US" dirty="0"/>
          </a:p>
          <a:p>
            <a:pPr marL="342900" indent="-342900">
              <a:buFontTx/>
              <a:buAutoNum type="alphaUcPeriod"/>
            </a:pPr>
            <a:r>
              <a:rPr lang="en-PH" dirty="0"/>
              <a:t>QMX	</a:t>
            </a:r>
          </a:p>
          <a:p>
            <a:pPr marL="342900" indent="-342900">
              <a:buFontTx/>
              <a:buAutoNum type="alphaUcPeriod"/>
            </a:pPr>
            <a:endParaRPr lang="en-PH" dirty="0"/>
          </a:p>
          <a:p>
            <a:pPr marL="342900" indent="-342900">
              <a:buFontTx/>
              <a:buAutoNum type="alphaUcPeriod"/>
            </a:pPr>
            <a:r>
              <a:rPr lang="en-PH" dirty="0"/>
              <a:t>MDC Percolator</a:t>
            </a:r>
          </a:p>
          <a:p>
            <a:pPr marL="342900" indent="-342900">
              <a:buFontTx/>
              <a:buAutoNum type="alphaUcPeriod"/>
            </a:pPr>
            <a:endParaRPr lang="en-PH" dirty="0"/>
          </a:p>
          <a:p>
            <a:pPr marL="342900" indent="-342900">
              <a:buFontTx/>
              <a:buAutoNum type="alphaUcPeriod"/>
            </a:pPr>
            <a:r>
              <a:rPr lang="en-PH" dirty="0"/>
              <a:t>W3 Page</a:t>
            </a:r>
          </a:p>
          <a:p>
            <a:pPr marL="342900" indent="-342900">
              <a:buFontTx/>
              <a:buAutoNum type="alphaUcPeriod"/>
            </a:pPr>
            <a:endParaRPr lang="en-PH" dirty="0"/>
          </a:p>
          <a:p>
            <a:pPr marL="342900" indent="-342900">
              <a:buFontTx/>
              <a:buAutoNum type="alphaUcPeriod"/>
            </a:pPr>
            <a:r>
              <a:rPr lang="en-PH" dirty="0" err="1"/>
              <a:t>Box@IBM</a:t>
            </a:r>
            <a:endParaRPr lang="en-PH" dirty="0"/>
          </a:p>
          <a:p>
            <a:pPr marL="342900" indent="-342900">
              <a:buFontTx/>
              <a:buAutoNum type="alphaUcPeriod"/>
            </a:pPr>
            <a:endParaRPr lang="en-PH" dirty="0"/>
          </a:p>
          <a:p>
            <a:pPr marL="342900" indent="-342900">
              <a:buFontTx/>
              <a:buAutoNum type="alphaUcPeriod"/>
            </a:pPr>
            <a:r>
              <a:rPr lang="en-PH" dirty="0"/>
              <a:t>IBM Notes</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8</a:t>
            </a:fld>
            <a:endParaRPr lang="en-US"/>
          </a:p>
        </p:txBody>
      </p:sp>
    </p:spTree>
    <p:extLst>
      <p:ext uri="{BB962C8B-B14F-4D97-AF65-F5344CB8AC3E}">
        <p14:creationId xmlns:p14="http://schemas.microsoft.com/office/powerpoint/2010/main" val="233615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 answer is B. MDC Percolator, </a:t>
            </a:r>
            <a:r>
              <a:rPr lang="en-PH" dirty="0"/>
              <a:t>which is a web-based tool that hosts separate dashboards per tower which accounts should access to log, monitor, and store their process changes.</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9</a:t>
            </a:fld>
            <a:endParaRPr lang="en-US"/>
          </a:p>
        </p:txBody>
      </p:sp>
    </p:spTree>
    <p:extLst>
      <p:ext uri="{BB962C8B-B14F-4D97-AF65-F5344CB8AC3E}">
        <p14:creationId xmlns:p14="http://schemas.microsoft.com/office/powerpoint/2010/main" val="3314966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number 2, true or false.</a:t>
            </a:r>
          </a:p>
          <a:p>
            <a:endParaRPr lang="en-US" dirty="0"/>
          </a:p>
          <a:p>
            <a:r>
              <a:rPr lang="en-US" dirty="0"/>
              <a:t>Change can be only triggered or initiated  by the client.</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10</a:t>
            </a:fld>
            <a:endParaRPr lang="en-US"/>
          </a:p>
        </p:txBody>
      </p:sp>
    </p:spTree>
    <p:extLst>
      <p:ext uri="{BB962C8B-B14F-4D97-AF65-F5344CB8AC3E}">
        <p14:creationId xmlns:p14="http://schemas.microsoft.com/office/powerpoint/2010/main" val="58730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False. Either IBM or the client themselves can initiate a process change.</a:t>
            </a:r>
          </a:p>
        </p:txBody>
      </p:sp>
      <p:sp>
        <p:nvSpPr>
          <p:cNvPr id="4" name="Slide Number Placeholder 3"/>
          <p:cNvSpPr>
            <a:spLocks noGrp="1"/>
          </p:cNvSpPr>
          <p:nvPr>
            <p:ph type="sldNum" sz="quarter" idx="10"/>
          </p:nvPr>
        </p:nvSpPr>
        <p:spPr/>
        <p:txBody>
          <a:bodyPr/>
          <a:lstStyle/>
          <a:p>
            <a:fld id="{6313B8D1-E409-465F-BB17-06DF2B06A969}" type="slidenum">
              <a:rPr lang="en-US" smtClean="0"/>
              <a:t>11</a:t>
            </a:fld>
            <a:endParaRPr lang="en-US"/>
          </a:p>
        </p:txBody>
      </p:sp>
    </p:spTree>
    <p:extLst>
      <p:ext uri="{BB962C8B-B14F-4D97-AF65-F5344CB8AC3E}">
        <p14:creationId xmlns:p14="http://schemas.microsoft.com/office/powerpoint/2010/main" val="2302284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question. The term PCR stands for what?</a:t>
            </a:r>
          </a:p>
          <a:p>
            <a:endParaRPr lang="en-US" dirty="0"/>
          </a:p>
          <a:p>
            <a:r>
              <a:rPr lang="en-US" dirty="0"/>
              <a:t>A. Pre-creation records</a:t>
            </a:r>
          </a:p>
          <a:p>
            <a:endParaRPr lang="en-US" dirty="0"/>
          </a:p>
          <a:p>
            <a:r>
              <a:rPr lang="en-US" dirty="0"/>
              <a:t>B. Process Change Request</a:t>
            </a:r>
          </a:p>
          <a:p>
            <a:endParaRPr lang="en-US" dirty="0"/>
          </a:p>
          <a:p>
            <a:r>
              <a:rPr lang="en-US" dirty="0"/>
              <a:t>C. Process Change Reform</a:t>
            </a:r>
          </a:p>
          <a:p>
            <a:endParaRPr lang="en-US" dirty="0"/>
          </a:p>
          <a:p>
            <a:r>
              <a:rPr lang="en-US" dirty="0"/>
              <a:t>D. None of the above</a:t>
            </a:r>
          </a:p>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12</a:t>
            </a:fld>
            <a:endParaRPr lang="en-US"/>
          </a:p>
        </p:txBody>
      </p:sp>
    </p:spTree>
    <p:extLst>
      <p:ext uri="{BB962C8B-B14F-4D97-AF65-F5344CB8AC3E}">
        <p14:creationId xmlns:p14="http://schemas.microsoft.com/office/powerpoint/2010/main" val="181274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Process Change Request.</a:t>
            </a:r>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A PCR is a document signed by both IBM and the Client that contains all important details about a process change.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Account PMOs owns and manages the contract with the client, and they process all PCRs.</a:t>
            </a:r>
          </a:p>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13</a:t>
            </a:fld>
            <a:endParaRPr lang="en-US"/>
          </a:p>
        </p:txBody>
      </p:sp>
    </p:spTree>
    <p:extLst>
      <p:ext uri="{BB962C8B-B14F-4D97-AF65-F5344CB8AC3E}">
        <p14:creationId xmlns:p14="http://schemas.microsoft.com/office/powerpoint/2010/main" val="3325281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number 4. What is considered a major process change?</a:t>
            </a:r>
          </a:p>
          <a:p>
            <a:endParaRPr lang="en-US" dirty="0"/>
          </a:p>
          <a:p>
            <a:pPr marL="342900" indent="-342900">
              <a:buFontTx/>
              <a:buAutoNum type="alphaUcPeriod"/>
            </a:pPr>
            <a:r>
              <a:rPr lang="en-PH" dirty="0"/>
              <a:t>Addition/ Deletion of process</a:t>
            </a:r>
          </a:p>
          <a:p>
            <a:pPr marL="342900" indent="-342900">
              <a:buAutoNum type="alphaUcPeriod"/>
            </a:pPr>
            <a:endParaRPr lang="en-PH" dirty="0"/>
          </a:p>
          <a:p>
            <a:pPr marL="342900" indent="-342900">
              <a:buAutoNum type="alphaUcPeriod"/>
            </a:pPr>
            <a:r>
              <a:rPr lang="en-PH" dirty="0"/>
              <a:t>Work at Risk</a:t>
            </a:r>
          </a:p>
          <a:p>
            <a:pPr marL="342900" indent="-342900">
              <a:buAutoNum type="alphaUcPeriod"/>
            </a:pPr>
            <a:endParaRPr lang="en-PH" dirty="0"/>
          </a:p>
          <a:p>
            <a:pPr marL="342900" indent="-342900">
              <a:buAutoNum type="alphaUcPeriod"/>
            </a:pPr>
            <a:r>
              <a:rPr lang="en-PH" dirty="0"/>
              <a:t>Automation Projects</a:t>
            </a:r>
          </a:p>
          <a:p>
            <a:pPr marL="342900" indent="-342900">
              <a:buAutoNum type="alphaUcPeriod"/>
            </a:pPr>
            <a:endParaRPr lang="en-PH" dirty="0"/>
          </a:p>
          <a:p>
            <a:pPr marL="342900" indent="-342900">
              <a:buAutoNum type="alphaUcPeriod"/>
            </a:pPr>
            <a:r>
              <a:rPr lang="en-PH" dirty="0"/>
              <a:t>None of the above</a:t>
            </a:r>
          </a:p>
          <a:p>
            <a:pPr marL="342900" indent="-342900">
              <a:buAutoNum type="alphaUcPeriod"/>
            </a:pPr>
            <a:endParaRPr lang="en-PH" dirty="0"/>
          </a:p>
          <a:p>
            <a:pPr marL="342900" indent="-342900">
              <a:buAutoNum type="alphaUcPeriod"/>
            </a:pPr>
            <a:r>
              <a:rPr lang="en-PH" dirty="0"/>
              <a:t>All of the above</a:t>
            </a:r>
          </a:p>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14</a:t>
            </a:fld>
            <a:endParaRPr lang="en-US"/>
          </a:p>
        </p:txBody>
      </p:sp>
    </p:spTree>
    <p:extLst>
      <p:ext uri="{BB962C8B-B14F-4D97-AF65-F5344CB8AC3E}">
        <p14:creationId xmlns:p14="http://schemas.microsoft.com/office/powerpoint/2010/main" val="3817881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E, all of the above.</a:t>
            </a:r>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Changes to the existing contract, a process to be executed outside of the existing contract, as well as changes in the process as a result of a process improvement initiative are considered major changes.</a:t>
            </a:r>
          </a:p>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15</a:t>
            </a:fld>
            <a:endParaRPr lang="en-US"/>
          </a:p>
        </p:txBody>
      </p:sp>
    </p:spTree>
    <p:extLst>
      <p:ext uri="{BB962C8B-B14F-4D97-AF65-F5344CB8AC3E}">
        <p14:creationId xmlns:p14="http://schemas.microsoft.com/office/powerpoint/2010/main" val="669572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our final question, is this statement true or false: A process can be implemented without PCR as long as there is a documented alignment between IBM and the client.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16</a:t>
            </a:fld>
            <a:endParaRPr lang="en-US"/>
          </a:p>
        </p:txBody>
      </p:sp>
    </p:spTree>
    <p:extLst>
      <p:ext uri="{BB962C8B-B14F-4D97-AF65-F5344CB8AC3E}">
        <p14:creationId xmlns:p14="http://schemas.microsoft.com/office/powerpoint/2010/main" val="2110562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answer is True. A process can be implemented without PCR as long as there is a documented approval from the PE/DPE, and it will be logged under Work at Risk.</a:t>
            </a:r>
          </a:p>
        </p:txBody>
      </p:sp>
      <p:sp>
        <p:nvSpPr>
          <p:cNvPr id="4" name="Slide Number Placeholder 3"/>
          <p:cNvSpPr>
            <a:spLocks noGrp="1"/>
          </p:cNvSpPr>
          <p:nvPr>
            <p:ph type="sldNum" sz="quarter" idx="5"/>
          </p:nvPr>
        </p:nvSpPr>
        <p:spPr/>
        <p:txBody>
          <a:bodyPr/>
          <a:lstStyle/>
          <a:p>
            <a:fld id="{B68D2766-C49B-4C1A-9FEE-6F146754B02B}" type="slidenum">
              <a:rPr lang="en-US" smtClean="0"/>
              <a:t>17</a:t>
            </a:fld>
            <a:endParaRPr lang="en-US"/>
          </a:p>
        </p:txBody>
      </p:sp>
    </p:spTree>
    <p:extLst>
      <p:ext uri="{BB962C8B-B14F-4D97-AF65-F5344CB8AC3E}">
        <p14:creationId xmlns:p14="http://schemas.microsoft.com/office/powerpoint/2010/main" val="1410469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now move to a brief walk-through on using the MDC Percolator tool.</a:t>
            </a:r>
          </a:p>
          <a:p>
            <a:endParaRPr lang="en-US" dirty="0"/>
          </a:p>
          <a:p>
            <a:r>
              <a:rPr lang="en-US" dirty="0"/>
              <a:t>This is the MDC Percolator tool log-in page.</a:t>
            </a:r>
          </a:p>
          <a:p>
            <a:endParaRPr lang="en-US" dirty="0"/>
          </a:p>
          <a:p>
            <a:r>
              <a:rPr lang="en-US" dirty="0"/>
              <a:t>To request for access to the tool, please send an email to </a:t>
            </a:r>
            <a:r>
              <a:rPr lang="en-US" dirty="0" err="1"/>
              <a:t>phqms@ph.ibm.com</a:t>
            </a:r>
            <a:r>
              <a:rPr lang="en-US" dirty="0"/>
              <a:t> with the approval from your BluePages Manager. Note that while your username will be your IBM email address, you will need to assign a unique password for MDC Percolator.</a:t>
            </a:r>
          </a:p>
          <a:p>
            <a:endParaRPr lang="en-US" dirty="0"/>
          </a:p>
          <a:p>
            <a:r>
              <a:rPr lang="en-US" dirty="0"/>
              <a:t>The MDC Percolator is a secured website, and you will need to log-in to the tool at least once every 60 days to prevent your password from expiring. Once your password expires, you need to send a password reset email request to the QMS Team.</a:t>
            </a:r>
          </a:p>
        </p:txBody>
      </p:sp>
      <p:sp>
        <p:nvSpPr>
          <p:cNvPr id="4" name="Slide Number Placeholder 3"/>
          <p:cNvSpPr>
            <a:spLocks noGrp="1"/>
          </p:cNvSpPr>
          <p:nvPr>
            <p:ph type="sldNum" sz="quarter" idx="10"/>
          </p:nvPr>
        </p:nvSpPr>
        <p:spPr/>
        <p:txBody>
          <a:bodyPr/>
          <a:lstStyle/>
          <a:p>
            <a:fld id="{6313B8D1-E409-465F-BB17-06DF2B06A969}" type="slidenum">
              <a:rPr lang="en-US" smtClean="0"/>
              <a:t>18</a:t>
            </a:fld>
            <a:endParaRPr lang="en-US"/>
          </a:p>
        </p:txBody>
      </p:sp>
    </p:spTree>
    <p:extLst>
      <p:ext uri="{BB962C8B-B14F-4D97-AF65-F5344CB8AC3E}">
        <p14:creationId xmlns:p14="http://schemas.microsoft.com/office/powerpoint/2010/main" val="1289357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first talk about the workflow of process changes entries in the MDC Percolator tool.</a:t>
            </a:r>
          </a:p>
          <a:p>
            <a:endParaRPr lang="en-US" dirty="0"/>
          </a:p>
          <a:p>
            <a:r>
              <a:rPr lang="en-US" dirty="0"/>
              <a:t>When logging in changes with PCR, you are to fill-out the General Information Section, Change Details Section, and Implemented Section.</a:t>
            </a:r>
          </a:p>
          <a:p>
            <a:endParaRPr lang="en-US" dirty="0"/>
          </a:p>
          <a:p>
            <a:r>
              <a:rPr lang="en-US" dirty="0"/>
              <a:t>If you are logging in a process change under Work at Risk, please fill-out the General Information Section, Work at Risk Section, and Implemented Section.</a:t>
            </a:r>
          </a:p>
          <a:p>
            <a:endParaRPr lang="en-US" dirty="0"/>
          </a:p>
          <a:p>
            <a:r>
              <a:rPr lang="en-US" dirty="0"/>
              <a:t>The On hold/Withdraw section will be used only if your entry was put on hold or withdrawn prior full approval or implementation.</a:t>
            </a:r>
          </a:p>
        </p:txBody>
      </p:sp>
      <p:sp>
        <p:nvSpPr>
          <p:cNvPr id="4" name="Slide Number Placeholder 3"/>
          <p:cNvSpPr>
            <a:spLocks noGrp="1"/>
          </p:cNvSpPr>
          <p:nvPr>
            <p:ph type="sldNum" sz="quarter" idx="10"/>
          </p:nvPr>
        </p:nvSpPr>
        <p:spPr/>
        <p:txBody>
          <a:bodyPr/>
          <a:lstStyle/>
          <a:p>
            <a:fld id="{6313B8D1-E409-465F-BB17-06DF2B06A969}" type="slidenum">
              <a:rPr lang="en-US" smtClean="0"/>
              <a:t>19</a:t>
            </a:fld>
            <a:endParaRPr lang="en-US"/>
          </a:p>
        </p:txBody>
      </p:sp>
    </p:spTree>
    <p:extLst>
      <p:ext uri="{BB962C8B-B14F-4D97-AF65-F5344CB8AC3E}">
        <p14:creationId xmlns:p14="http://schemas.microsoft.com/office/powerpoint/2010/main" val="4077018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logging in, you will be taken to the dashboard page you have been given access to, depending on your tower. For this walk-through, we will navigate through the T&amp;T Dashboard.</a:t>
            </a:r>
          </a:p>
          <a:p>
            <a:endParaRPr lang="en-US" dirty="0"/>
          </a:p>
          <a:p>
            <a:r>
              <a:rPr lang="en-US" dirty="0"/>
              <a:t>The top row boxed in blue are called tabs which will allow you to perform specific activities in the tool.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when creating an entry you need to have all the details pertaining to your process change ready.</a:t>
            </a:r>
          </a:p>
        </p:txBody>
      </p:sp>
      <p:sp>
        <p:nvSpPr>
          <p:cNvPr id="4" name="Slide Number Placeholder 3"/>
          <p:cNvSpPr>
            <a:spLocks noGrp="1"/>
          </p:cNvSpPr>
          <p:nvPr>
            <p:ph type="sldNum" sz="quarter" idx="10"/>
          </p:nvPr>
        </p:nvSpPr>
        <p:spPr/>
        <p:txBody>
          <a:bodyPr/>
          <a:lstStyle/>
          <a:p>
            <a:fld id="{6313B8D1-E409-465F-BB17-06DF2B06A969}" type="slidenum">
              <a:rPr lang="en-US" smtClean="0"/>
              <a:t>20</a:t>
            </a:fld>
            <a:endParaRPr lang="en-US"/>
          </a:p>
        </p:txBody>
      </p:sp>
    </p:spTree>
    <p:extLst>
      <p:ext uri="{BB962C8B-B14F-4D97-AF65-F5344CB8AC3E}">
        <p14:creationId xmlns:p14="http://schemas.microsoft.com/office/powerpoint/2010/main" val="1592693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an entry, click the Narratives tab and access your account’s narratives page by clicking on your account name. For this walk-through, we will use the A TEST ONLY account, which is what we use for sample entries.</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21</a:t>
            </a:fld>
            <a:endParaRPr lang="en-US"/>
          </a:p>
        </p:txBody>
      </p:sp>
    </p:spTree>
    <p:extLst>
      <p:ext uri="{BB962C8B-B14F-4D97-AF65-F5344CB8AC3E}">
        <p14:creationId xmlns:p14="http://schemas.microsoft.com/office/powerpoint/2010/main" val="240873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page will show you all your account’s existing entries under their specific section so do not be confused with the contents of the page.</a:t>
            </a:r>
          </a:p>
          <a:p>
            <a:endParaRPr lang="en-US" dirty="0"/>
          </a:p>
          <a:p>
            <a:r>
              <a:rPr lang="en-US" dirty="0"/>
              <a:t>To create a new entry, click the “Add New Line Item to This Section” link which you will find on the top part of the page, under the General Information section.</a:t>
            </a:r>
          </a:p>
        </p:txBody>
      </p:sp>
      <p:sp>
        <p:nvSpPr>
          <p:cNvPr id="4" name="Slide Number Placeholder 3"/>
          <p:cNvSpPr>
            <a:spLocks noGrp="1"/>
          </p:cNvSpPr>
          <p:nvPr>
            <p:ph type="sldNum" sz="quarter" idx="10"/>
          </p:nvPr>
        </p:nvSpPr>
        <p:spPr/>
        <p:txBody>
          <a:bodyPr/>
          <a:lstStyle/>
          <a:p>
            <a:fld id="{6313B8D1-E409-465F-BB17-06DF2B06A969}" type="slidenum">
              <a:rPr lang="en-US" smtClean="0"/>
              <a:t>22</a:t>
            </a:fld>
            <a:endParaRPr lang="en-US"/>
          </a:p>
        </p:txBody>
      </p:sp>
    </p:spTree>
    <p:extLst>
      <p:ext uri="{BB962C8B-B14F-4D97-AF65-F5344CB8AC3E}">
        <p14:creationId xmlns:p14="http://schemas.microsoft.com/office/powerpoint/2010/main" val="571608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page will show you the sections you will need to fill-out. All items marked with an asterisk are required fields.</a:t>
            </a:r>
          </a:p>
          <a:p>
            <a:endParaRPr lang="en-US" dirty="0"/>
          </a:p>
          <a:p>
            <a:r>
              <a:rPr lang="en-US" dirty="0"/>
              <a:t>Under General Information you are to input basic details about your account and team, starting with the name of the requestor who is the creator of the entry. Identify your site, your domain, and the type of change being logged. Input a short description of the change and specify if you are logging in a </a:t>
            </a:r>
            <a:r>
              <a:rPr lang="en-US" dirty="0" err="1"/>
              <a:t>workscope</a:t>
            </a:r>
            <a:r>
              <a:rPr lang="en-US" dirty="0"/>
              <a:t> change or descope change. You may also input details for the potential risk, mitigating plan and expected revenue.</a:t>
            </a:r>
          </a:p>
          <a:p>
            <a:endParaRPr lang="en-US" dirty="0"/>
          </a:p>
          <a:p>
            <a:r>
              <a:rPr lang="en-US" dirty="0"/>
              <a:t>You will need to input the planned implementation date of your change.</a:t>
            </a:r>
          </a:p>
          <a:p>
            <a:endParaRPr lang="en-US" dirty="0"/>
          </a:p>
          <a:p>
            <a:r>
              <a:rPr lang="en-US" dirty="0"/>
              <a:t>In case the planned implementation date will need to change, you can go back to your entry and fill-out the revised implementation date field.</a:t>
            </a:r>
          </a:p>
        </p:txBody>
      </p:sp>
      <p:sp>
        <p:nvSpPr>
          <p:cNvPr id="4" name="Slide Number Placeholder 3"/>
          <p:cNvSpPr>
            <a:spLocks noGrp="1"/>
          </p:cNvSpPr>
          <p:nvPr>
            <p:ph type="sldNum" sz="quarter" idx="10"/>
          </p:nvPr>
        </p:nvSpPr>
        <p:spPr/>
        <p:txBody>
          <a:bodyPr/>
          <a:lstStyle/>
          <a:p>
            <a:fld id="{6313B8D1-E409-465F-BB17-06DF2B06A969}" type="slidenum">
              <a:rPr lang="en-US" smtClean="0"/>
              <a:t>23</a:t>
            </a:fld>
            <a:endParaRPr lang="en-US"/>
          </a:p>
        </p:txBody>
      </p:sp>
    </p:spTree>
    <p:extLst>
      <p:ext uri="{BB962C8B-B14F-4D97-AF65-F5344CB8AC3E}">
        <p14:creationId xmlns:p14="http://schemas.microsoft.com/office/powerpoint/2010/main" val="1748914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logging a Work at Risk entry, fill-out the Work at Risk section directly below the General Information section.</a:t>
            </a:r>
          </a:p>
          <a:p>
            <a:endParaRPr lang="en-US" dirty="0"/>
          </a:p>
          <a:p>
            <a:r>
              <a:rPr lang="en-US" dirty="0"/>
              <a:t>Note that if you are not using the T&amp;T Tower Dashboard, you will see Operations Manager in place of the CSM field.</a:t>
            </a:r>
          </a:p>
          <a:p>
            <a:endParaRPr lang="en-US" dirty="0"/>
          </a:p>
          <a:p>
            <a:r>
              <a:rPr lang="en-US" dirty="0"/>
              <a:t>Geo DPL name and approval date is also only applicable to the T&amp;T tower.</a:t>
            </a:r>
          </a:p>
          <a:p>
            <a:endParaRPr lang="en-US" dirty="0"/>
          </a:p>
          <a:p>
            <a:r>
              <a:rPr lang="en-US" dirty="0"/>
              <a:t>To attach offline approvals or other files to your entry, find the Paperclip icon at the top of your Narrative, beside the title of your entry.</a:t>
            </a:r>
          </a:p>
        </p:txBody>
      </p:sp>
      <p:sp>
        <p:nvSpPr>
          <p:cNvPr id="4" name="Slide Number Placeholder 3"/>
          <p:cNvSpPr>
            <a:spLocks noGrp="1"/>
          </p:cNvSpPr>
          <p:nvPr>
            <p:ph type="sldNum" sz="quarter" idx="10"/>
          </p:nvPr>
        </p:nvSpPr>
        <p:spPr/>
        <p:txBody>
          <a:bodyPr/>
          <a:lstStyle/>
          <a:p>
            <a:fld id="{6313B8D1-E409-465F-BB17-06DF2B06A969}" type="slidenum">
              <a:rPr lang="en-US" smtClean="0"/>
              <a:t>24</a:t>
            </a:fld>
            <a:endParaRPr lang="en-US"/>
          </a:p>
        </p:txBody>
      </p:sp>
    </p:spTree>
    <p:extLst>
      <p:ext uri="{BB962C8B-B14F-4D97-AF65-F5344CB8AC3E}">
        <p14:creationId xmlns:p14="http://schemas.microsoft.com/office/powerpoint/2010/main" val="3054084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log entries which are not under Work at Risk, proceed to the Change Details Section.</a:t>
            </a:r>
          </a:p>
          <a:p>
            <a:endParaRPr lang="en-US" dirty="0"/>
          </a:p>
          <a:p>
            <a:r>
              <a:rPr lang="en-US" dirty="0"/>
              <a:t>Changes with PCR is where you log PCR details of your Major Changes like the PCR number, name of your client &amp; DPE, and their approval dates.</a:t>
            </a:r>
          </a:p>
          <a:p>
            <a:endParaRPr lang="en-US" dirty="0"/>
          </a:p>
          <a:p>
            <a:r>
              <a:rPr lang="en-US" dirty="0"/>
              <a:t>You will fill-out the Changes without PCR if you are logging in a Minor process change, or if instead of PCRs, you maintain a DOU or Document of Understanding with your client.</a:t>
            </a:r>
          </a:p>
        </p:txBody>
      </p:sp>
      <p:sp>
        <p:nvSpPr>
          <p:cNvPr id="4" name="Slide Number Placeholder 3"/>
          <p:cNvSpPr>
            <a:spLocks noGrp="1"/>
          </p:cNvSpPr>
          <p:nvPr>
            <p:ph type="sldNum" sz="quarter" idx="10"/>
          </p:nvPr>
        </p:nvSpPr>
        <p:spPr/>
        <p:txBody>
          <a:bodyPr/>
          <a:lstStyle/>
          <a:p>
            <a:fld id="{6313B8D1-E409-465F-BB17-06DF2B06A969}" type="slidenum">
              <a:rPr lang="en-US" smtClean="0"/>
              <a:t>25</a:t>
            </a:fld>
            <a:endParaRPr lang="en-US"/>
          </a:p>
        </p:txBody>
      </p:sp>
    </p:spTree>
    <p:extLst>
      <p:ext uri="{BB962C8B-B14F-4D97-AF65-F5344CB8AC3E}">
        <p14:creationId xmlns:p14="http://schemas.microsoft.com/office/powerpoint/2010/main" val="2001997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Proceed to filling-out the implementation details of your entry. Again, remember that all items with asterisks are required fields.</a:t>
            </a:r>
          </a:p>
          <a:p>
            <a:endParaRPr lang="en-US" dirty="0"/>
          </a:p>
          <a:p>
            <a:r>
              <a:rPr lang="en-US" dirty="0"/>
              <a:t>Those not from T&amp;T Tower, the CSM fields will be showing as Operations Manager on your dashboards, and </a:t>
            </a:r>
            <a:r>
              <a:rPr lang="en-US" dirty="0" err="1"/>
              <a:t>GeoDPL</a:t>
            </a:r>
            <a:r>
              <a:rPr lang="en-US" dirty="0"/>
              <a:t> information will not be visible to you.</a:t>
            </a:r>
          </a:p>
        </p:txBody>
      </p:sp>
      <p:sp>
        <p:nvSpPr>
          <p:cNvPr id="4" name="Slide Number Placeholder 3"/>
          <p:cNvSpPr>
            <a:spLocks noGrp="1"/>
          </p:cNvSpPr>
          <p:nvPr>
            <p:ph type="sldNum" sz="quarter" idx="10"/>
          </p:nvPr>
        </p:nvSpPr>
        <p:spPr/>
        <p:txBody>
          <a:bodyPr/>
          <a:lstStyle/>
          <a:p>
            <a:fld id="{6313B8D1-E409-465F-BB17-06DF2B06A969}" type="slidenum">
              <a:rPr lang="en-US" smtClean="0"/>
              <a:t>26</a:t>
            </a:fld>
            <a:endParaRPr lang="en-US"/>
          </a:p>
        </p:txBody>
      </p:sp>
    </p:spTree>
    <p:extLst>
      <p:ext uri="{BB962C8B-B14F-4D97-AF65-F5344CB8AC3E}">
        <p14:creationId xmlns:p14="http://schemas.microsoft.com/office/powerpoint/2010/main" val="1429488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filling-out all the required information, click the “Add new Item” button at the bottom of the page to save your entry.</a:t>
            </a:r>
          </a:p>
        </p:txBody>
      </p:sp>
      <p:sp>
        <p:nvSpPr>
          <p:cNvPr id="4" name="Slide Number Placeholder 3"/>
          <p:cNvSpPr>
            <a:spLocks noGrp="1"/>
          </p:cNvSpPr>
          <p:nvPr>
            <p:ph type="sldNum" sz="quarter" idx="10"/>
          </p:nvPr>
        </p:nvSpPr>
        <p:spPr/>
        <p:txBody>
          <a:bodyPr/>
          <a:lstStyle/>
          <a:p>
            <a:fld id="{6313B8D1-E409-465F-BB17-06DF2B06A969}" type="slidenum">
              <a:rPr lang="en-US" smtClean="0"/>
              <a:t>27</a:t>
            </a:fld>
            <a:endParaRPr lang="en-US"/>
          </a:p>
        </p:txBody>
      </p:sp>
    </p:spTree>
    <p:extLst>
      <p:ext uri="{BB962C8B-B14F-4D97-AF65-F5344CB8AC3E}">
        <p14:creationId xmlns:p14="http://schemas.microsoft.com/office/powerpoint/2010/main" val="4162550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clicking on the “Add new Item” button, go back to your account’s Narratives page and click on the name of your entry to open it.</a:t>
            </a:r>
          </a:p>
        </p:txBody>
      </p:sp>
      <p:sp>
        <p:nvSpPr>
          <p:cNvPr id="4" name="Slide Number Placeholder 3"/>
          <p:cNvSpPr>
            <a:spLocks noGrp="1"/>
          </p:cNvSpPr>
          <p:nvPr>
            <p:ph type="sldNum" sz="quarter" idx="10"/>
          </p:nvPr>
        </p:nvSpPr>
        <p:spPr/>
        <p:txBody>
          <a:bodyPr/>
          <a:lstStyle/>
          <a:p>
            <a:fld id="{6313B8D1-E409-465F-BB17-06DF2B06A969}" type="slidenum">
              <a:rPr lang="en-US" smtClean="0"/>
              <a:t>28</a:t>
            </a:fld>
            <a:endParaRPr lang="en-US"/>
          </a:p>
        </p:txBody>
      </p:sp>
    </p:spTree>
    <p:extLst>
      <p:ext uri="{BB962C8B-B14F-4D97-AF65-F5344CB8AC3E}">
        <p14:creationId xmlns:p14="http://schemas.microsoft.com/office/powerpoint/2010/main" val="4280681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your entry and click the “Commit/Notify” button at the bottom of the page to route it for approval.</a:t>
            </a:r>
          </a:p>
        </p:txBody>
      </p:sp>
      <p:sp>
        <p:nvSpPr>
          <p:cNvPr id="4" name="Slide Number Placeholder 3"/>
          <p:cNvSpPr>
            <a:spLocks noGrp="1"/>
          </p:cNvSpPr>
          <p:nvPr>
            <p:ph type="sldNum" sz="quarter" idx="10"/>
          </p:nvPr>
        </p:nvSpPr>
        <p:spPr/>
        <p:txBody>
          <a:bodyPr/>
          <a:lstStyle/>
          <a:p>
            <a:fld id="{6313B8D1-E409-465F-BB17-06DF2B06A969}" type="slidenum">
              <a:rPr lang="en-US" smtClean="0"/>
              <a:t>29</a:t>
            </a:fld>
            <a:endParaRPr lang="en-US"/>
          </a:p>
        </p:txBody>
      </p:sp>
    </p:spTree>
    <p:extLst>
      <p:ext uri="{BB962C8B-B14F-4D97-AF65-F5344CB8AC3E}">
        <p14:creationId xmlns:p14="http://schemas.microsoft.com/office/powerpoint/2010/main" val="30491960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then be taken to the “</a:t>
            </a:r>
            <a:r>
              <a:rPr lang="en-US" dirty="0" err="1"/>
              <a:t>Speedlink</a:t>
            </a:r>
            <a:r>
              <a:rPr lang="en-US" dirty="0"/>
              <a:t> Email Notification Utility” page.</a:t>
            </a:r>
          </a:p>
          <a:p>
            <a:endParaRPr lang="en-US" dirty="0"/>
          </a:p>
          <a:p>
            <a:r>
              <a:rPr lang="en-US" dirty="0"/>
              <a:t>On the Memorandum section, you may select the “Please Approve” button for it to be added to the subject line of the email notification to the approver. Select the name/s of your approvers from the Email </a:t>
            </a:r>
            <a:r>
              <a:rPr lang="en-US" dirty="0" err="1"/>
              <a:t>Speedlink</a:t>
            </a:r>
            <a:r>
              <a:rPr lang="en-US" dirty="0"/>
              <a:t> Message to section, then click the Send </a:t>
            </a:r>
            <a:r>
              <a:rPr lang="en-US" dirty="0" err="1"/>
              <a:t>Speedlink</a:t>
            </a:r>
            <a:r>
              <a:rPr lang="en-US" dirty="0"/>
              <a:t> button at the bottom of the page to start the approval process.</a:t>
            </a:r>
          </a:p>
          <a:p>
            <a:endParaRPr lang="en-US" dirty="0"/>
          </a:p>
          <a:p>
            <a:r>
              <a:rPr lang="en-US" dirty="0"/>
              <a:t>In case you cannot find the name of your approver, it’s either they do not have access yet to the MDC Percolator tool or their access has expired. Immediately notify your approver to send an email to the QMS team for access or password reset request.</a:t>
            </a:r>
          </a:p>
        </p:txBody>
      </p:sp>
      <p:sp>
        <p:nvSpPr>
          <p:cNvPr id="4" name="Slide Number Placeholder 3"/>
          <p:cNvSpPr>
            <a:spLocks noGrp="1"/>
          </p:cNvSpPr>
          <p:nvPr>
            <p:ph type="sldNum" sz="quarter" idx="10"/>
          </p:nvPr>
        </p:nvSpPr>
        <p:spPr/>
        <p:txBody>
          <a:bodyPr/>
          <a:lstStyle/>
          <a:p>
            <a:fld id="{6313B8D1-E409-465F-BB17-06DF2B06A969}" type="slidenum">
              <a:rPr lang="en-US" smtClean="0"/>
              <a:t>30</a:t>
            </a:fld>
            <a:endParaRPr lang="en-US"/>
          </a:p>
        </p:txBody>
      </p:sp>
    </p:spTree>
    <p:extLst>
      <p:ext uri="{BB962C8B-B14F-4D97-AF65-F5344CB8AC3E}">
        <p14:creationId xmlns:p14="http://schemas.microsoft.com/office/powerpoint/2010/main" val="1555090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Approvers will receive this email notification. They simply need to click on the link provided to access the entry in the MDC Percolator tool.</a:t>
            </a:r>
          </a:p>
          <a:p>
            <a:endParaRPr lang="en-US" dirty="0"/>
          </a:p>
          <a:p>
            <a:r>
              <a:rPr lang="en-US" dirty="0"/>
              <a:t>If they are not yet logged in to the tool, they will first be taken to the log-in page.</a:t>
            </a:r>
          </a:p>
        </p:txBody>
      </p:sp>
      <p:sp>
        <p:nvSpPr>
          <p:cNvPr id="4" name="Slide Number Placeholder 3"/>
          <p:cNvSpPr>
            <a:spLocks noGrp="1"/>
          </p:cNvSpPr>
          <p:nvPr>
            <p:ph type="sldNum" sz="quarter" idx="10"/>
          </p:nvPr>
        </p:nvSpPr>
        <p:spPr/>
        <p:txBody>
          <a:bodyPr/>
          <a:lstStyle/>
          <a:p>
            <a:fld id="{6313B8D1-E409-465F-BB17-06DF2B06A969}" type="slidenum">
              <a:rPr lang="en-US" smtClean="0"/>
              <a:t>31</a:t>
            </a:fld>
            <a:endParaRPr lang="en-US"/>
          </a:p>
        </p:txBody>
      </p:sp>
    </p:spTree>
    <p:extLst>
      <p:ext uri="{BB962C8B-B14F-4D97-AF65-F5344CB8AC3E}">
        <p14:creationId xmlns:p14="http://schemas.microsoft.com/office/powerpoint/2010/main" val="27186712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Approvers should review all the information provided in the entry. Once ready to approve or reject, Approver should fill-out the “Progress Notes” section with the approval or rejection comments.</a:t>
            </a:r>
          </a:p>
          <a:p>
            <a:endParaRPr lang="en-US" dirty="0"/>
          </a:p>
          <a:p>
            <a:r>
              <a:rPr lang="en-US" dirty="0"/>
              <a:t>Click the “Commit/Notify” button to proceed.</a:t>
            </a:r>
          </a:p>
          <a:p>
            <a:endParaRPr lang="en-US" dirty="0"/>
          </a:p>
          <a:p>
            <a:r>
              <a:rPr lang="en-US" dirty="0"/>
              <a:t>Again, those not from T&amp;T Tower, the CSM fields will be showing as Operations Manager on your dashboards, and </a:t>
            </a:r>
            <a:r>
              <a:rPr lang="en-US" dirty="0" err="1"/>
              <a:t>GeoDPL</a:t>
            </a:r>
            <a:r>
              <a:rPr lang="en-US" dirty="0"/>
              <a:t> information will not be visible to you.</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32</a:t>
            </a:fld>
            <a:endParaRPr lang="en-US"/>
          </a:p>
        </p:txBody>
      </p:sp>
    </p:spTree>
    <p:extLst>
      <p:ext uri="{BB962C8B-B14F-4D97-AF65-F5344CB8AC3E}">
        <p14:creationId xmlns:p14="http://schemas.microsoft.com/office/powerpoint/2010/main" val="3461128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approver will then be taken to the </a:t>
            </a:r>
            <a:r>
              <a:rPr lang="en-US" dirty="0" err="1"/>
              <a:t>Speedlink</a:t>
            </a:r>
            <a:r>
              <a:rPr lang="en-US" dirty="0"/>
              <a:t> Email Notification Utility window. They need to select the appropriate memorandum to be used, and the name of the Author of the entry from the Email </a:t>
            </a:r>
            <a:r>
              <a:rPr lang="en-US" dirty="0" err="1"/>
              <a:t>Speedlink</a:t>
            </a:r>
            <a:r>
              <a:rPr lang="en-US" dirty="0"/>
              <a:t> Message to section. Click the Send </a:t>
            </a:r>
            <a:r>
              <a:rPr lang="en-US" dirty="0" err="1"/>
              <a:t>Speedlink</a:t>
            </a:r>
            <a:r>
              <a:rPr lang="en-US" dirty="0"/>
              <a:t> button to notify the author of the entry of the approval or rejection comments.</a:t>
            </a:r>
          </a:p>
        </p:txBody>
      </p:sp>
      <p:sp>
        <p:nvSpPr>
          <p:cNvPr id="4" name="Slide Number Placeholder 3"/>
          <p:cNvSpPr>
            <a:spLocks noGrp="1"/>
          </p:cNvSpPr>
          <p:nvPr>
            <p:ph type="sldNum" sz="quarter" idx="10"/>
          </p:nvPr>
        </p:nvSpPr>
        <p:spPr/>
        <p:txBody>
          <a:bodyPr/>
          <a:lstStyle/>
          <a:p>
            <a:fld id="{6313B8D1-E409-465F-BB17-06DF2B06A969}" type="slidenum">
              <a:rPr lang="en-US" smtClean="0"/>
              <a:t>33</a:t>
            </a:fld>
            <a:endParaRPr lang="en-US"/>
          </a:p>
        </p:txBody>
      </p:sp>
    </p:spTree>
    <p:extLst>
      <p:ext uri="{BB962C8B-B14F-4D97-AF65-F5344CB8AC3E}">
        <p14:creationId xmlns:p14="http://schemas.microsoft.com/office/powerpoint/2010/main" val="272229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Authors will receive this email notification. They simply need to click on the link provided to access the entry in the MDC Percolator tool.</a:t>
            </a:r>
          </a:p>
          <a:p>
            <a:endParaRPr lang="en-US" dirty="0"/>
          </a:p>
          <a:p>
            <a:r>
              <a:rPr lang="en-US" dirty="0"/>
              <a:t>If they are not yet logged in to the tool, they will first be taken to the log-in page.</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34</a:t>
            </a:fld>
            <a:endParaRPr lang="en-US"/>
          </a:p>
        </p:txBody>
      </p:sp>
    </p:spTree>
    <p:extLst>
      <p:ext uri="{BB962C8B-B14F-4D97-AF65-F5344CB8AC3E}">
        <p14:creationId xmlns:p14="http://schemas.microsoft.com/office/powerpoint/2010/main" val="26774633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 will need to check the comments provided by the Approver under the Progress Notes section.</a:t>
            </a:r>
          </a:p>
          <a:p>
            <a:endParaRPr lang="en-US" dirty="0"/>
          </a:p>
          <a:p>
            <a:r>
              <a:rPr lang="en-US" sz="1200" dirty="0"/>
              <a:t> If entry is rejected, Author should perform needed updates then re-route entry for approval by clicking the “Commit/Notify” button.</a:t>
            </a:r>
          </a:p>
          <a:p>
            <a:endParaRPr lang="en-US" sz="1200" dirty="0"/>
          </a:p>
          <a:p>
            <a:r>
              <a:rPr lang="en-US" sz="1200" dirty="0"/>
              <a:t>If entry is approved, Author should click the “Commit/Relocate” button to move the entry to the implementation stage and close it out.</a:t>
            </a:r>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35</a:t>
            </a:fld>
            <a:endParaRPr lang="en-US"/>
          </a:p>
        </p:txBody>
      </p:sp>
    </p:spTree>
    <p:extLst>
      <p:ext uri="{BB962C8B-B14F-4D97-AF65-F5344CB8AC3E}">
        <p14:creationId xmlns:p14="http://schemas.microsoft.com/office/powerpoint/2010/main" val="24656365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approved and implemented process changes are to be relocated to the Implemented Stage.</a:t>
            </a:r>
          </a:p>
          <a:p>
            <a:endParaRPr lang="en-US" dirty="0"/>
          </a:p>
          <a:p>
            <a:r>
              <a:rPr lang="en-US" dirty="0"/>
              <a:t>Other stages may be selected as needed. For example, if you have only filled out the entry up to Work at Risk and routed it for approval, you may relocate your entry to that stage first. </a:t>
            </a:r>
          </a:p>
          <a:p>
            <a:endParaRPr lang="en-US" dirty="0"/>
          </a:p>
          <a:p>
            <a:r>
              <a:rPr lang="en-US" dirty="0"/>
              <a:t>You are free to fill-out your entry and route it for approval on a “per stage” basis.</a:t>
            </a:r>
          </a:p>
        </p:txBody>
      </p:sp>
      <p:sp>
        <p:nvSpPr>
          <p:cNvPr id="4" name="Slide Number Placeholder 3"/>
          <p:cNvSpPr>
            <a:spLocks noGrp="1"/>
          </p:cNvSpPr>
          <p:nvPr>
            <p:ph type="sldNum" sz="quarter" idx="10"/>
          </p:nvPr>
        </p:nvSpPr>
        <p:spPr/>
        <p:txBody>
          <a:bodyPr/>
          <a:lstStyle/>
          <a:p>
            <a:fld id="{6313B8D1-E409-465F-BB17-06DF2B06A969}" type="slidenum">
              <a:rPr lang="en-US" smtClean="0"/>
              <a:t>36</a:t>
            </a:fld>
            <a:endParaRPr lang="en-US"/>
          </a:p>
        </p:txBody>
      </p:sp>
    </p:spTree>
    <p:extLst>
      <p:ext uri="{BB962C8B-B14F-4D97-AF65-F5344CB8AC3E}">
        <p14:creationId xmlns:p14="http://schemas.microsoft.com/office/powerpoint/2010/main" val="25615182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MDC Percolator is also able to provide you with reports on your Narratives.</a:t>
            </a:r>
          </a:p>
          <a:p>
            <a:endParaRPr lang="en-US" dirty="0"/>
          </a:p>
          <a:p>
            <a:r>
              <a:rPr lang="en-US" dirty="0"/>
              <a:t>The camera icon will let you receive an email report with your dashboard’s contents in pdf format.</a:t>
            </a:r>
          </a:p>
          <a:p>
            <a:endParaRPr lang="en-US" dirty="0"/>
          </a:p>
          <a:p>
            <a:r>
              <a:rPr lang="en-US" dirty="0"/>
              <a:t>The MS excel icon will give you an excel report of your Narratives via email.</a:t>
            </a:r>
          </a:p>
          <a:p>
            <a:endParaRPr lang="en-US" dirty="0"/>
          </a:p>
          <a:p>
            <a:r>
              <a:rPr lang="en-US" dirty="0"/>
              <a:t>The information icon will show you the most recent reports you have generated.</a:t>
            </a:r>
          </a:p>
        </p:txBody>
      </p:sp>
      <p:sp>
        <p:nvSpPr>
          <p:cNvPr id="4" name="Slide Number Placeholder 3"/>
          <p:cNvSpPr>
            <a:spLocks noGrp="1"/>
          </p:cNvSpPr>
          <p:nvPr>
            <p:ph type="sldNum" sz="quarter" idx="10"/>
          </p:nvPr>
        </p:nvSpPr>
        <p:spPr/>
        <p:txBody>
          <a:bodyPr/>
          <a:lstStyle/>
          <a:p>
            <a:fld id="{6313B8D1-E409-465F-BB17-06DF2B06A969}" type="slidenum">
              <a:rPr lang="en-US" smtClean="0"/>
              <a:t>37</a:t>
            </a:fld>
            <a:endParaRPr lang="en-US"/>
          </a:p>
        </p:txBody>
      </p:sp>
    </p:spTree>
    <p:extLst>
      <p:ext uri="{BB962C8B-B14F-4D97-AF65-F5344CB8AC3E}">
        <p14:creationId xmlns:p14="http://schemas.microsoft.com/office/powerpoint/2010/main" val="29930678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Approvals of your PCRs and DOUs are being monitored by the Business Controls Team under the RISC Management Scorecard which is reported to the Center Leadership Team. Refer this slide for details on how they compute for your rating.</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38</a:t>
            </a:fld>
            <a:endParaRPr lang="en-US"/>
          </a:p>
        </p:txBody>
      </p:sp>
    </p:spTree>
    <p:extLst>
      <p:ext uri="{BB962C8B-B14F-4D97-AF65-F5344CB8AC3E}">
        <p14:creationId xmlns:p14="http://schemas.microsoft.com/office/powerpoint/2010/main" val="1914909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Likewise, Compliance &amp; Testing team also monitors your adherence to the Work scope changes controls. This slide shows you the testing attributes they use during their audit.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that you should always be audit-ready when it comes to documenting your process changes.</a:t>
            </a:r>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39</a:t>
            </a:fld>
            <a:endParaRPr lang="en-US"/>
          </a:p>
        </p:txBody>
      </p:sp>
    </p:spTree>
    <p:extLst>
      <p:ext uri="{BB962C8B-B14F-4D97-AF65-F5344CB8AC3E}">
        <p14:creationId xmlns:p14="http://schemas.microsoft.com/office/powerpoint/2010/main" val="2678703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also use our QMS Chatbot for frequently asked questions on access to QMS tools, policies, training schedules, and SOC 1.</a:t>
            </a:r>
          </a:p>
        </p:txBody>
      </p:sp>
      <p:sp>
        <p:nvSpPr>
          <p:cNvPr id="4" name="Slide Number Placeholder 3"/>
          <p:cNvSpPr>
            <a:spLocks noGrp="1"/>
          </p:cNvSpPr>
          <p:nvPr>
            <p:ph type="sldNum" sz="quarter" idx="10"/>
          </p:nvPr>
        </p:nvSpPr>
        <p:spPr/>
        <p:txBody>
          <a:bodyPr/>
          <a:lstStyle/>
          <a:p>
            <a:fld id="{6313B8D1-E409-465F-BB17-06DF2B06A969}" type="slidenum">
              <a:rPr lang="en-US" smtClean="0"/>
              <a:t>40</a:t>
            </a:fld>
            <a:endParaRPr lang="en-US"/>
          </a:p>
        </p:txBody>
      </p:sp>
    </p:spTree>
    <p:extLst>
      <p:ext uri="{BB962C8B-B14F-4D97-AF65-F5344CB8AC3E}">
        <p14:creationId xmlns:p14="http://schemas.microsoft.com/office/powerpoint/2010/main" val="30793822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reached the end of the training. Thank you for your time. Any questions or clarifications should be sent to our functional mailbox: phqms@ph.ibm.com.</a:t>
            </a:r>
          </a:p>
          <a:p>
            <a:endParaRPr lang="en-US" dirty="0"/>
          </a:p>
          <a:p>
            <a:endParaRPr lang="en-US" dirty="0"/>
          </a:p>
        </p:txBody>
      </p:sp>
      <p:sp>
        <p:nvSpPr>
          <p:cNvPr id="4" name="Slide Number Placeholder 3"/>
          <p:cNvSpPr>
            <a:spLocks noGrp="1"/>
          </p:cNvSpPr>
          <p:nvPr>
            <p:ph type="sldNum" sz="quarter" idx="10"/>
          </p:nvPr>
        </p:nvSpPr>
        <p:spPr/>
        <p:txBody>
          <a:bodyPr/>
          <a:lstStyle/>
          <a:p>
            <a:fld id="{6313B8D1-E409-465F-BB17-06DF2B06A969}" type="slidenum">
              <a:rPr lang="en-US" smtClean="0"/>
              <a:t>41</a:t>
            </a:fld>
            <a:endParaRPr lang="en-US"/>
          </a:p>
        </p:txBody>
      </p:sp>
    </p:spTree>
    <p:extLst>
      <p:ext uri="{BB962C8B-B14F-4D97-AF65-F5344CB8AC3E}">
        <p14:creationId xmlns:p14="http://schemas.microsoft.com/office/powerpoint/2010/main" val="2193320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43</a:t>
            </a:fld>
            <a:endParaRPr lang="en-US"/>
          </a:p>
        </p:txBody>
      </p:sp>
    </p:spTree>
    <p:extLst>
      <p:ext uri="{BB962C8B-B14F-4D97-AF65-F5344CB8AC3E}">
        <p14:creationId xmlns:p14="http://schemas.microsoft.com/office/powerpoint/2010/main" val="32061973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grpSp>
        <p:nvGrpSpPr>
          <p:cNvPr id="22" name="Group 21"/>
          <p:cNvGrpSpPr/>
          <p:nvPr userDrawn="1"/>
        </p:nvGrpSpPr>
        <p:grpSpPr>
          <a:xfrm>
            <a:off x="8487236" y="-14288"/>
            <a:ext cx="2180764" cy="6882964"/>
            <a:chOff x="2700127" y="-1614488"/>
            <a:chExt cx="2180764" cy="6872288"/>
          </a:xfrm>
        </p:grpSpPr>
        <p:sp>
          <p:nvSpPr>
            <p:cNvPr id="23" name="Rectangle 22"/>
            <p:cNvSpPr/>
            <p:nvPr userDrawn="1"/>
          </p:nvSpPr>
          <p:spPr>
            <a:xfrm>
              <a:off x="3244825" y="-1614488"/>
              <a:ext cx="274320" cy="6872288"/>
            </a:xfrm>
            <a:prstGeom prst="rect">
              <a:avLst/>
            </a:prstGeom>
            <a:solidFill>
              <a:srgbClr val="F389B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4" name="Rectangle 23"/>
            <p:cNvSpPr/>
            <p:nvPr userDrawn="1"/>
          </p:nvSpPr>
          <p:spPr>
            <a:xfrm>
              <a:off x="3517174" y="-1614488"/>
              <a:ext cx="274320" cy="6872288"/>
            </a:xfrm>
            <a:prstGeom prst="rect">
              <a:avLst/>
            </a:prstGeom>
            <a:solidFill>
              <a:srgbClr val="7F1B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5" name="Rectangle 24"/>
            <p:cNvSpPr/>
            <p:nvPr userDrawn="1"/>
          </p:nvSpPr>
          <p:spPr>
            <a:xfrm>
              <a:off x="3789523" y="-1614488"/>
              <a:ext cx="274320" cy="6872288"/>
            </a:xfrm>
            <a:prstGeom prst="rect">
              <a:avLst/>
            </a:prstGeom>
            <a:solidFill>
              <a:srgbClr val="B41E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6" name="Rectangle 25"/>
            <p:cNvSpPr/>
            <p:nvPr userDrawn="1"/>
          </p:nvSpPr>
          <p:spPr>
            <a:xfrm>
              <a:off x="4061872" y="-1614488"/>
              <a:ext cx="274320" cy="6872288"/>
            </a:xfrm>
            <a:prstGeom prst="rect">
              <a:avLst/>
            </a:prstGeom>
            <a:solidFill>
              <a:srgbClr val="00A6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7" name="Rectangle 26"/>
            <p:cNvSpPr/>
            <p:nvPr userDrawn="1"/>
          </p:nvSpPr>
          <p:spPr>
            <a:xfrm>
              <a:off x="4334221" y="-1614488"/>
              <a:ext cx="274320" cy="6872288"/>
            </a:xfrm>
            <a:prstGeom prst="rect">
              <a:avLst/>
            </a:prstGeom>
            <a:solidFill>
              <a:srgbClr val="008A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8" name="Rectangle 27"/>
            <p:cNvSpPr/>
            <p:nvPr userDrawn="1"/>
          </p:nvSpPr>
          <p:spPr>
            <a:xfrm>
              <a:off x="4606571" y="-1614488"/>
              <a:ext cx="274320" cy="6872288"/>
            </a:xfrm>
            <a:prstGeom prst="rect">
              <a:avLst/>
            </a:prstGeom>
            <a:solidFill>
              <a:srgbClr val="003E6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9" name="Rectangle 28"/>
            <p:cNvSpPr/>
            <p:nvPr userDrawn="1"/>
          </p:nvSpPr>
          <p:spPr>
            <a:xfrm>
              <a:off x="2972476" y="-1614488"/>
              <a:ext cx="274320" cy="6872288"/>
            </a:xfrm>
            <a:prstGeom prst="rect">
              <a:avLst/>
            </a:prstGeom>
            <a:solidFill>
              <a:srgbClr val="9613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30" name="Rectangle 29"/>
            <p:cNvSpPr/>
            <p:nvPr userDrawn="1"/>
          </p:nvSpPr>
          <p:spPr>
            <a:xfrm>
              <a:off x="2700127" y="-1614488"/>
              <a:ext cx="274320" cy="6872288"/>
            </a:xfrm>
            <a:prstGeom prst="rect">
              <a:avLst/>
            </a:prstGeom>
            <a:solidFill>
              <a:srgbClr val="EF4D3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grpSp>
      <p:sp>
        <p:nvSpPr>
          <p:cNvPr id="8" name="Title 1"/>
          <p:cNvSpPr>
            <a:spLocks noGrp="1"/>
          </p:cNvSpPr>
          <p:nvPr>
            <p:ph type="ctrTitle"/>
          </p:nvPr>
        </p:nvSpPr>
        <p:spPr>
          <a:xfrm>
            <a:off x="2433711" y="1122363"/>
            <a:ext cx="5719690" cy="2387600"/>
          </a:xfrm>
        </p:spPr>
        <p:txBody>
          <a:bodyPr vert="horz" lIns="91440" tIns="45720" rIns="91440" bIns="45720" rtlCol="0" anchor="b">
            <a:normAutofit/>
          </a:bodyPr>
          <a:lstStyle>
            <a:lvl1pPr>
              <a:defRPr lang="en-US" sz="3600" cap="all" baseline="0" dirty="0">
                <a:solidFill>
                  <a:srgbClr val="232323"/>
                </a:solidFill>
              </a:defRPr>
            </a:lvl1pPr>
          </a:lstStyle>
          <a:p>
            <a:pPr lvl="0"/>
            <a:r>
              <a:rPr lang="en-US"/>
              <a:t>Click to edit Master title style</a:t>
            </a:r>
            <a:endParaRPr lang="en-US" dirty="0"/>
          </a:p>
        </p:txBody>
      </p:sp>
      <p:sp>
        <p:nvSpPr>
          <p:cNvPr id="9" name="Subtitle 2"/>
          <p:cNvSpPr>
            <a:spLocks noGrp="1"/>
          </p:cNvSpPr>
          <p:nvPr>
            <p:ph type="subTitle" idx="1"/>
          </p:nvPr>
        </p:nvSpPr>
        <p:spPr>
          <a:xfrm>
            <a:off x="2433711" y="3602038"/>
            <a:ext cx="5719690" cy="1655762"/>
          </a:xfrm>
        </p:spPr>
        <p:txBody>
          <a:bodyPr vert="horz" lIns="91440" tIns="45720" rIns="91440" bIns="45720" rtlCol="0">
            <a:normAutofit/>
          </a:bodyPr>
          <a:lstStyle>
            <a:lvl1pPr>
              <a:defRPr lang="en-US" sz="1600" dirty="0">
                <a:solidFill>
                  <a:srgbClr val="969696"/>
                </a:solidFill>
              </a:defRPr>
            </a:lvl1pPr>
          </a:lstStyle>
          <a:p>
            <a:pPr marL="0" lvl="0" indent="0">
              <a:buNone/>
            </a:pPr>
            <a:r>
              <a:rPr lang="en-US"/>
              <a:t>Click to edit Master subtitle style</a:t>
            </a:r>
            <a:endParaRPr lang="en-US" dirty="0"/>
          </a:p>
        </p:txBody>
      </p:sp>
      <p:sp>
        <p:nvSpPr>
          <p:cNvPr id="10" name="Date Placeholder 3"/>
          <p:cNvSpPr>
            <a:spLocks noGrp="1"/>
          </p:cNvSpPr>
          <p:nvPr>
            <p:ph type="dt" sz="half" idx="10"/>
          </p:nvPr>
        </p:nvSpPr>
        <p:spPr>
          <a:xfrm>
            <a:off x="6096001" y="6503551"/>
            <a:ext cx="2057400" cy="365125"/>
          </a:xfrm>
        </p:spPr>
        <p:txBody>
          <a:bodyPr/>
          <a:lstStyle>
            <a:lvl1pPr algn="r">
              <a:defRPr sz="1100">
                <a:solidFill>
                  <a:schemeClr val="bg1">
                    <a:lumMod val="50000"/>
                  </a:schemeClr>
                </a:solidFill>
              </a:defRPr>
            </a:lvl1pPr>
          </a:lstStyle>
          <a:p>
            <a:fld id="{5623C135-5DD6-8C4B-B085-98542CFC4252}" type="datetime1">
              <a:rPr lang="en-PH" smtClean="0"/>
              <a:t>4/1/22</a:t>
            </a:fld>
            <a:endParaRPr lang="en-US"/>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87236" y="2047609"/>
            <a:ext cx="2172698" cy="2172698"/>
          </a:xfrm>
          <a:prstGeom prst="rect">
            <a:avLst/>
          </a:prstGeom>
        </p:spPr>
      </p:pic>
    </p:spTree>
    <p:extLst>
      <p:ext uri="{BB962C8B-B14F-4D97-AF65-F5344CB8AC3E}">
        <p14:creationId xmlns:p14="http://schemas.microsoft.com/office/powerpoint/2010/main" val="168455977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bg1"/>
        </a:solidFill>
        <a:effectLst/>
      </p:bgPr>
    </p:bg>
    <p:spTree>
      <p:nvGrpSpPr>
        <p:cNvPr id="1" name=""/>
        <p:cNvGrpSpPr/>
        <p:nvPr/>
      </p:nvGrpSpPr>
      <p:grpSpPr>
        <a:xfrm>
          <a:off x="0" y="0"/>
          <a:ext cx="0" cy="0"/>
          <a:chOff x="0" y="0"/>
          <a:chExt cx="0" cy="0"/>
        </a:xfrm>
      </p:grpSpPr>
      <p:grpSp>
        <p:nvGrpSpPr>
          <p:cNvPr id="13" name="Group 12"/>
          <p:cNvGrpSpPr/>
          <p:nvPr userDrawn="1"/>
        </p:nvGrpSpPr>
        <p:grpSpPr>
          <a:xfrm>
            <a:off x="0" y="0"/>
            <a:ext cx="12192000" cy="1122363"/>
            <a:chOff x="2700127" y="-1614488"/>
            <a:chExt cx="2180764" cy="6872288"/>
          </a:xfrm>
        </p:grpSpPr>
        <p:sp>
          <p:nvSpPr>
            <p:cNvPr id="14" name="Rectangle 13"/>
            <p:cNvSpPr/>
            <p:nvPr userDrawn="1"/>
          </p:nvSpPr>
          <p:spPr>
            <a:xfrm>
              <a:off x="3244825" y="-1614488"/>
              <a:ext cx="274320" cy="6872288"/>
            </a:xfrm>
            <a:prstGeom prst="rect">
              <a:avLst/>
            </a:prstGeom>
            <a:solidFill>
              <a:srgbClr val="F389B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5" name="Rectangle 14"/>
            <p:cNvSpPr/>
            <p:nvPr userDrawn="1"/>
          </p:nvSpPr>
          <p:spPr>
            <a:xfrm>
              <a:off x="3517174" y="-1614488"/>
              <a:ext cx="274320" cy="6872288"/>
            </a:xfrm>
            <a:prstGeom prst="rect">
              <a:avLst/>
            </a:prstGeom>
            <a:solidFill>
              <a:srgbClr val="7F1B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6" name="Rectangle 15"/>
            <p:cNvSpPr/>
            <p:nvPr userDrawn="1"/>
          </p:nvSpPr>
          <p:spPr>
            <a:xfrm>
              <a:off x="3789523" y="-1614488"/>
              <a:ext cx="274320" cy="6872288"/>
            </a:xfrm>
            <a:prstGeom prst="rect">
              <a:avLst/>
            </a:prstGeom>
            <a:solidFill>
              <a:srgbClr val="B41E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7" name="Rectangle 16"/>
            <p:cNvSpPr/>
            <p:nvPr userDrawn="1"/>
          </p:nvSpPr>
          <p:spPr>
            <a:xfrm>
              <a:off x="4061872" y="-1614488"/>
              <a:ext cx="274320" cy="6872288"/>
            </a:xfrm>
            <a:prstGeom prst="rect">
              <a:avLst/>
            </a:prstGeom>
            <a:solidFill>
              <a:srgbClr val="00A6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8" name="Rectangle 17"/>
            <p:cNvSpPr/>
            <p:nvPr userDrawn="1"/>
          </p:nvSpPr>
          <p:spPr>
            <a:xfrm>
              <a:off x="4334221" y="-1614488"/>
              <a:ext cx="274320" cy="6872288"/>
            </a:xfrm>
            <a:prstGeom prst="rect">
              <a:avLst/>
            </a:prstGeom>
            <a:solidFill>
              <a:srgbClr val="008A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9" name="Rectangle 18"/>
            <p:cNvSpPr/>
            <p:nvPr userDrawn="1"/>
          </p:nvSpPr>
          <p:spPr>
            <a:xfrm>
              <a:off x="4606571" y="-1614488"/>
              <a:ext cx="274320" cy="6872288"/>
            </a:xfrm>
            <a:prstGeom prst="rect">
              <a:avLst/>
            </a:prstGeom>
            <a:solidFill>
              <a:srgbClr val="003E6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0" name="Rectangle 19"/>
            <p:cNvSpPr/>
            <p:nvPr userDrawn="1"/>
          </p:nvSpPr>
          <p:spPr>
            <a:xfrm>
              <a:off x="2972476" y="-1614488"/>
              <a:ext cx="274320" cy="6872288"/>
            </a:xfrm>
            <a:prstGeom prst="rect">
              <a:avLst/>
            </a:prstGeom>
            <a:solidFill>
              <a:srgbClr val="9613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21" name="Rectangle 20"/>
            <p:cNvSpPr/>
            <p:nvPr userDrawn="1"/>
          </p:nvSpPr>
          <p:spPr>
            <a:xfrm>
              <a:off x="2700127" y="-1614488"/>
              <a:ext cx="274320" cy="6872288"/>
            </a:xfrm>
            <a:prstGeom prst="rect">
              <a:avLst/>
            </a:prstGeom>
            <a:solidFill>
              <a:srgbClr val="EF4D3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grpSp>
      <p:sp>
        <p:nvSpPr>
          <p:cNvPr id="8" name="Title 1"/>
          <p:cNvSpPr>
            <a:spLocks noGrp="1"/>
          </p:cNvSpPr>
          <p:nvPr>
            <p:ph type="ctrTitle"/>
          </p:nvPr>
        </p:nvSpPr>
        <p:spPr>
          <a:xfrm>
            <a:off x="2433711" y="1122363"/>
            <a:ext cx="5719690" cy="2387600"/>
          </a:xfrm>
        </p:spPr>
        <p:txBody>
          <a:bodyPr vert="horz" lIns="91440" tIns="45720" rIns="91440" bIns="45720" rtlCol="0" anchor="b">
            <a:normAutofit/>
          </a:bodyPr>
          <a:lstStyle>
            <a:lvl1pPr>
              <a:defRPr lang="en-US" sz="3600" cap="all" baseline="0" dirty="0">
                <a:solidFill>
                  <a:srgbClr val="003E69"/>
                </a:solidFill>
              </a:defRPr>
            </a:lvl1pPr>
          </a:lstStyle>
          <a:p>
            <a:pPr lvl="0"/>
            <a:r>
              <a:rPr lang="en-US"/>
              <a:t>Click to edit Master title style</a:t>
            </a:r>
            <a:endParaRPr lang="en-US" dirty="0"/>
          </a:p>
        </p:txBody>
      </p:sp>
      <p:sp>
        <p:nvSpPr>
          <p:cNvPr id="9" name="Subtitle 2"/>
          <p:cNvSpPr>
            <a:spLocks noGrp="1"/>
          </p:cNvSpPr>
          <p:nvPr>
            <p:ph type="subTitle" idx="1"/>
          </p:nvPr>
        </p:nvSpPr>
        <p:spPr>
          <a:xfrm>
            <a:off x="2433711" y="3602038"/>
            <a:ext cx="5719690" cy="1655762"/>
          </a:xfrm>
        </p:spPr>
        <p:txBody>
          <a:bodyPr vert="horz" lIns="91440" tIns="45720" rIns="91440" bIns="45720" rtlCol="0">
            <a:normAutofit/>
          </a:bodyPr>
          <a:lstStyle>
            <a:lvl1pPr>
              <a:defRPr lang="en-US" sz="1600" dirty="0">
                <a:solidFill>
                  <a:srgbClr val="008AC0"/>
                </a:solidFill>
              </a:defRPr>
            </a:lvl1pPr>
          </a:lstStyle>
          <a:p>
            <a:pPr marL="0" lvl="0" indent="0">
              <a:buNone/>
            </a:pPr>
            <a:r>
              <a:rPr lang="en-US"/>
              <a:t>Click to edit Master subtitle style</a:t>
            </a:r>
            <a:endParaRPr lang="en-US" dirty="0"/>
          </a:p>
        </p:txBody>
      </p:sp>
      <p:sp>
        <p:nvSpPr>
          <p:cNvPr id="10" name="Date Placeholder 3"/>
          <p:cNvSpPr>
            <a:spLocks noGrp="1"/>
          </p:cNvSpPr>
          <p:nvPr>
            <p:ph type="dt" sz="half" idx="10"/>
          </p:nvPr>
        </p:nvSpPr>
        <p:spPr>
          <a:xfrm>
            <a:off x="6096001" y="6503551"/>
            <a:ext cx="2057400" cy="365125"/>
          </a:xfrm>
        </p:spPr>
        <p:txBody>
          <a:bodyPr vert="horz" lIns="91440" tIns="45720" rIns="91440" bIns="45720" rtlCol="0" anchor="ctr"/>
          <a:lstStyle>
            <a:lvl1pPr>
              <a:defRPr lang="en-US" sz="1100" smtClean="0">
                <a:solidFill>
                  <a:schemeClr val="bg1">
                    <a:lumMod val="75000"/>
                  </a:schemeClr>
                </a:solidFill>
              </a:defRPr>
            </a:lvl1pPr>
          </a:lstStyle>
          <a:p>
            <a:pPr algn="r"/>
            <a:fld id="{3100C40D-59C6-2E4B-94A4-BA7AEFFFAA55}" type="datetime1">
              <a:rPr lang="en-PH" smtClean="0"/>
              <a:t>4/1/22</a:t>
            </a:fld>
            <a:endParaRPr lang="en-US"/>
          </a:p>
        </p:txBody>
      </p:sp>
      <p:pic>
        <p:nvPicPr>
          <p:cNvPr id="22" name="Picture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83662" y="2047609"/>
            <a:ext cx="2176272" cy="2176272"/>
          </a:xfrm>
          <a:prstGeom prst="rect">
            <a:avLst/>
          </a:prstGeom>
        </p:spPr>
      </p:pic>
    </p:spTree>
    <p:extLst>
      <p:ext uri="{BB962C8B-B14F-4D97-AF65-F5344CB8AC3E}">
        <p14:creationId xmlns:p14="http://schemas.microsoft.com/office/powerpoint/2010/main" val="227076445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 White">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29854" y="-6394"/>
            <a:ext cx="1572904" cy="6870787"/>
          </a:xfrm>
          <a:prstGeom prst="rect">
            <a:avLst/>
          </a:prstGeom>
        </p:spPr>
      </p:pic>
      <p:sp>
        <p:nvSpPr>
          <p:cNvPr id="2" name="Title 1"/>
          <p:cNvSpPr>
            <a:spLocks noGrp="1"/>
          </p:cNvSpPr>
          <p:nvPr>
            <p:ph type="title"/>
          </p:nvPr>
        </p:nvSpPr>
        <p:spPr>
          <a:xfrm>
            <a:off x="1771650" y="365125"/>
            <a:ext cx="9582150" cy="1325563"/>
          </a:xfrm>
        </p:spPr>
        <p:txBody>
          <a:bodyPr vert="horz" lIns="91440" tIns="45720" rIns="91440" bIns="45720" rtlCol="0" anchor="ctr">
            <a:normAutofit/>
          </a:bodyPr>
          <a:lstStyle>
            <a:lvl1pPr>
              <a:defRPr lang="en-US" sz="4000">
                <a:solidFill>
                  <a:srgbClr val="232323"/>
                </a:solidFill>
                <a:latin typeface="+mn-lt"/>
              </a:defRPr>
            </a:lvl1pPr>
          </a:lstStyle>
          <a:p>
            <a:pPr lvl="0"/>
            <a:r>
              <a:rPr lang="en-US"/>
              <a:t>Click to edit Master title style</a:t>
            </a:r>
          </a:p>
        </p:txBody>
      </p:sp>
      <p:sp>
        <p:nvSpPr>
          <p:cNvPr id="3" name="Content Placeholder 2"/>
          <p:cNvSpPr>
            <a:spLocks noGrp="1"/>
          </p:cNvSpPr>
          <p:nvPr>
            <p:ph idx="1"/>
          </p:nvPr>
        </p:nvSpPr>
        <p:spPr>
          <a:xfrm>
            <a:off x="1771650" y="1825625"/>
            <a:ext cx="9582150" cy="4351338"/>
          </a:xfrm>
        </p:spPr>
        <p:txBody>
          <a:bodyPr vert="horz" lIns="91440" tIns="45720" rIns="91440" bIns="45720" rtlCol="0">
            <a:normAutofit/>
          </a:bodyPr>
          <a:lstStyle>
            <a:lvl1pPr>
              <a:defRPr lang="en-US" smtClean="0">
                <a:solidFill>
                  <a:srgbClr val="656565"/>
                </a:solidFill>
                <a:latin typeface="+mj-lt"/>
              </a:defRPr>
            </a:lvl1pPr>
            <a:lvl2pPr>
              <a:defRPr lang="en-US" smtClean="0">
                <a:solidFill>
                  <a:srgbClr val="656565"/>
                </a:solidFill>
                <a:latin typeface="+mj-lt"/>
              </a:defRPr>
            </a:lvl2pPr>
            <a:lvl3pPr>
              <a:defRPr lang="en-US" smtClean="0">
                <a:solidFill>
                  <a:srgbClr val="656565"/>
                </a:solidFill>
                <a:latin typeface="+mj-lt"/>
              </a:defRPr>
            </a:lvl3pPr>
            <a:lvl4pPr>
              <a:defRPr lang="en-US" smtClean="0">
                <a:solidFill>
                  <a:srgbClr val="656565"/>
                </a:solidFill>
                <a:latin typeface="+mj-lt"/>
              </a:defRPr>
            </a:lvl4pPr>
            <a:lvl5pPr>
              <a:defRPr lang="en-US">
                <a:solidFill>
                  <a:srgbClr val="656565"/>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1771650" y="6356350"/>
            <a:ext cx="6381750" cy="365125"/>
          </a:xfrm>
        </p:spPr>
        <p:txBody>
          <a:bodyPr vert="horz" lIns="91440" tIns="45720" rIns="91440" bIns="45720" rtlCol="0" anchor="ctr"/>
          <a:lstStyle>
            <a:lvl1pPr>
              <a:defRPr lang="en-US">
                <a:solidFill>
                  <a:srgbClr val="969696"/>
                </a:solidFill>
              </a:defRPr>
            </a:lvl1pPr>
          </a:lstStyle>
          <a:p>
            <a:pPr algn="l"/>
            <a:endParaRPr lang="en-US"/>
          </a:p>
        </p:txBody>
      </p:sp>
      <p:sp>
        <p:nvSpPr>
          <p:cNvPr id="6" name="Slide Number Placeholder 5"/>
          <p:cNvSpPr>
            <a:spLocks noGrp="1"/>
          </p:cNvSpPr>
          <p:nvPr>
            <p:ph type="sldNum" sz="quarter" idx="12"/>
          </p:nvPr>
        </p:nvSpPr>
        <p:spPr/>
        <p:txBody>
          <a:bodyPr/>
          <a:lstStyle/>
          <a:p>
            <a:fld id="{54B2B266-7584-451A-9C75-7BE4F74A4708}"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7283" y="5894352"/>
            <a:ext cx="1289304" cy="1289304"/>
          </a:xfrm>
          <a:prstGeom prst="rect">
            <a:avLst/>
          </a:prstGeom>
        </p:spPr>
      </p:pic>
    </p:spTree>
    <p:extLst>
      <p:ext uri="{BB962C8B-B14F-4D97-AF65-F5344CB8AC3E}">
        <p14:creationId xmlns:p14="http://schemas.microsoft.com/office/powerpoint/2010/main" val="100773790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 Black">
    <p:bg>
      <p:bgPr>
        <a:solidFill>
          <a:schemeClr val="bg1"/>
        </a:solidFill>
        <a:effectLst/>
      </p:bgPr>
    </p:bg>
    <p:spTree>
      <p:nvGrpSpPr>
        <p:cNvPr id="1" name=""/>
        <p:cNvGrpSpPr/>
        <p:nvPr/>
      </p:nvGrpSpPr>
      <p:grpSpPr>
        <a:xfrm>
          <a:off x="0" y="0"/>
          <a:ext cx="0" cy="0"/>
          <a:chOff x="0" y="0"/>
          <a:chExt cx="0" cy="0"/>
        </a:xfrm>
      </p:grpSpPr>
      <p:grpSp>
        <p:nvGrpSpPr>
          <p:cNvPr id="9" name="Group 8"/>
          <p:cNvGrpSpPr/>
          <p:nvPr userDrawn="1"/>
        </p:nvGrpSpPr>
        <p:grpSpPr>
          <a:xfrm>
            <a:off x="0" y="1"/>
            <a:ext cx="12192000" cy="562708"/>
            <a:chOff x="2700127" y="-1614488"/>
            <a:chExt cx="2180764" cy="6872288"/>
          </a:xfrm>
        </p:grpSpPr>
        <p:sp>
          <p:nvSpPr>
            <p:cNvPr id="10" name="Rectangle 9"/>
            <p:cNvSpPr/>
            <p:nvPr userDrawn="1"/>
          </p:nvSpPr>
          <p:spPr>
            <a:xfrm>
              <a:off x="3244825" y="-1614488"/>
              <a:ext cx="274320" cy="6872288"/>
            </a:xfrm>
            <a:prstGeom prst="rect">
              <a:avLst/>
            </a:prstGeom>
            <a:solidFill>
              <a:srgbClr val="F389B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1" name="Rectangle 10"/>
            <p:cNvSpPr/>
            <p:nvPr userDrawn="1"/>
          </p:nvSpPr>
          <p:spPr>
            <a:xfrm>
              <a:off x="3517174" y="-1614488"/>
              <a:ext cx="274320" cy="6872288"/>
            </a:xfrm>
            <a:prstGeom prst="rect">
              <a:avLst/>
            </a:prstGeom>
            <a:solidFill>
              <a:srgbClr val="7F1B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2" name="Rectangle 11"/>
            <p:cNvSpPr/>
            <p:nvPr userDrawn="1"/>
          </p:nvSpPr>
          <p:spPr>
            <a:xfrm>
              <a:off x="3789523" y="-1614488"/>
              <a:ext cx="274320" cy="6872288"/>
            </a:xfrm>
            <a:prstGeom prst="rect">
              <a:avLst/>
            </a:prstGeom>
            <a:solidFill>
              <a:srgbClr val="B41E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3" name="Rectangle 12"/>
            <p:cNvSpPr/>
            <p:nvPr userDrawn="1"/>
          </p:nvSpPr>
          <p:spPr>
            <a:xfrm>
              <a:off x="4061872" y="-1614488"/>
              <a:ext cx="274320" cy="6872288"/>
            </a:xfrm>
            <a:prstGeom prst="rect">
              <a:avLst/>
            </a:prstGeom>
            <a:solidFill>
              <a:srgbClr val="00A6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4" name="Rectangle 13"/>
            <p:cNvSpPr/>
            <p:nvPr userDrawn="1"/>
          </p:nvSpPr>
          <p:spPr>
            <a:xfrm>
              <a:off x="4334221" y="-1614488"/>
              <a:ext cx="274320" cy="6872288"/>
            </a:xfrm>
            <a:prstGeom prst="rect">
              <a:avLst/>
            </a:prstGeom>
            <a:solidFill>
              <a:srgbClr val="008A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5" name="Rectangle 14"/>
            <p:cNvSpPr/>
            <p:nvPr userDrawn="1"/>
          </p:nvSpPr>
          <p:spPr>
            <a:xfrm>
              <a:off x="4606571" y="-1614488"/>
              <a:ext cx="274320" cy="6872288"/>
            </a:xfrm>
            <a:prstGeom prst="rect">
              <a:avLst/>
            </a:prstGeom>
            <a:solidFill>
              <a:srgbClr val="003E6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6" name="Rectangle 15"/>
            <p:cNvSpPr/>
            <p:nvPr userDrawn="1"/>
          </p:nvSpPr>
          <p:spPr>
            <a:xfrm>
              <a:off x="2972476" y="-1614488"/>
              <a:ext cx="274320" cy="6872288"/>
            </a:xfrm>
            <a:prstGeom prst="rect">
              <a:avLst/>
            </a:prstGeom>
            <a:solidFill>
              <a:srgbClr val="9613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sp>
          <p:nvSpPr>
            <p:cNvPr id="17" name="Rectangle 16"/>
            <p:cNvSpPr/>
            <p:nvPr userDrawn="1"/>
          </p:nvSpPr>
          <p:spPr>
            <a:xfrm>
              <a:off x="2700127" y="-1614488"/>
              <a:ext cx="274320" cy="6872288"/>
            </a:xfrm>
            <a:prstGeom prst="rect">
              <a:avLst/>
            </a:prstGeom>
            <a:solidFill>
              <a:srgbClr val="EF4D3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100" dirty="0">
                <a:solidFill>
                  <a:srgbClr val="656565"/>
                </a:solidFill>
              </a:endParaRPr>
            </a:p>
          </p:txBody>
        </p:sp>
      </p:grpSp>
      <p:sp>
        <p:nvSpPr>
          <p:cNvPr id="2" name="Title 1"/>
          <p:cNvSpPr>
            <a:spLocks noGrp="1"/>
          </p:cNvSpPr>
          <p:nvPr>
            <p:ph type="title"/>
          </p:nvPr>
        </p:nvSpPr>
        <p:spPr>
          <a:xfrm>
            <a:off x="1771650" y="365125"/>
            <a:ext cx="9582150" cy="1325563"/>
          </a:xfrm>
        </p:spPr>
        <p:txBody>
          <a:bodyPr vert="horz" lIns="91440" tIns="45720" rIns="91440" bIns="45720" rtlCol="0" anchor="b">
            <a:normAutofit/>
          </a:bodyPr>
          <a:lstStyle>
            <a:lvl1pPr>
              <a:defRPr lang="en-US" sz="4000">
                <a:solidFill>
                  <a:srgbClr val="232323"/>
                </a:solidFill>
                <a:latin typeface="+mn-lt"/>
              </a:defRPr>
            </a:lvl1pPr>
          </a:lstStyle>
          <a:p>
            <a:pPr lvl="0"/>
            <a:r>
              <a:rPr lang="en-US"/>
              <a:t>Click to edit Master title style</a:t>
            </a:r>
          </a:p>
        </p:txBody>
      </p:sp>
      <p:sp>
        <p:nvSpPr>
          <p:cNvPr id="3" name="Content Placeholder 2"/>
          <p:cNvSpPr>
            <a:spLocks noGrp="1"/>
          </p:cNvSpPr>
          <p:nvPr>
            <p:ph idx="1"/>
          </p:nvPr>
        </p:nvSpPr>
        <p:spPr>
          <a:xfrm>
            <a:off x="1771650" y="1825625"/>
            <a:ext cx="9582150" cy="4351338"/>
          </a:xfrm>
        </p:spPr>
        <p:txBody>
          <a:bodyPr vert="horz" lIns="91440" tIns="45720" rIns="91440" bIns="45720" rtlCol="0">
            <a:normAutofit/>
          </a:bodyPr>
          <a:lstStyle>
            <a:lvl1pPr>
              <a:defRPr lang="en-US" smtClean="0">
                <a:solidFill>
                  <a:srgbClr val="656565"/>
                </a:solidFill>
                <a:latin typeface="+mj-lt"/>
              </a:defRPr>
            </a:lvl1pPr>
            <a:lvl2pPr>
              <a:defRPr lang="en-US" smtClean="0">
                <a:solidFill>
                  <a:srgbClr val="656565"/>
                </a:solidFill>
                <a:latin typeface="+mj-lt"/>
              </a:defRPr>
            </a:lvl2pPr>
            <a:lvl3pPr>
              <a:defRPr lang="en-US" smtClean="0">
                <a:solidFill>
                  <a:srgbClr val="656565"/>
                </a:solidFill>
                <a:latin typeface="+mj-lt"/>
              </a:defRPr>
            </a:lvl3pPr>
            <a:lvl4pPr>
              <a:defRPr lang="en-US" smtClean="0">
                <a:solidFill>
                  <a:srgbClr val="656565"/>
                </a:solidFill>
                <a:latin typeface="+mj-lt"/>
              </a:defRPr>
            </a:lvl4pPr>
            <a:lvl5pPr>
              <a:defRPr lang="en-US">
                <a:solidFill>
                  <a:srgbClr val="656565"/>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1771650" y="6356350"/>
            <a:ext cx="6381750" cy="365125"/>
          </a:xfrm>
        </p:spPr>
        <p:txBody>
          <a:bodyPr vert="horz" lIns="91440" tIns="45720" rIns="91440" bIns="45720" rtlCol="0" anchor="ctr"/>
          <a:lstStyle>
            <a:lvl1pPr>
              <a:defRPr lang="en-US">
                <a:solidFill>
                  <a:srgbClr val="969696"/>
                </a:solidFill>
              </a:defRPr>
            </a:lvl1pPr>
          </a:lstStyle>
          <a:p>
            <a:pPr algn="l"/>
            <a:endParaRPr lang="en-US"/>
          </a:p>
        </p:txBody>
      </p:sp>
      <p:sp>
        <p:nvSpPr>
          <p:cNvPr id="6" name="Slide Number Placeholder 5"/>
          <p:cNvSpPr>
            <a:spLocks noGrp="1"/>
          </p:cNvSpPr>
          <p:nvPr>
            <p:ph type="sldNum" sz="quarter" idx="12"/>
          </p:nvPr>
        </p:nvSpPr>
        <p:spPr/>
        <p:txBody>
          <a:bodyPr vert="horz" lIns="91440" tIns="45720" rIns="91440" bIns="45720" rtlCol="0" anchor="ctr"/>
          <a:lstStyle>
            <a:lvl1pPr>
              <a:defRPr lang="en-US" smtClean="0">
                <a:solidFill>
                  <a:srgbClr val="969696"/>
                </a:solidFill>
              </a:defRPr>
            </a:lvl1pPr>
          </a:lstStyle>
          <a:p>
            <a:fld id="{54B2B266-7584-451A-9C75-7BE4F74A4708}" type="slidenum">
              <a:rPr lang="en-US" smtClean="0"/>
              <a:pPr/>
              <a:t>‹#›</a:t>
            </a:fld>
            <a:endParaRPr lang="en-US"/>
          </a:p>
        </p:txBody>
      </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283" y="5894170"/>
            <a:ext cx="1289486" cy="1289486"/>
          </a:xfrm>
          <a:prstGeom prst="rect">
            <a:avLst/>
          </a:prstGeom>
        </p:spPr>
      </p:pic>
    </p:spTree>
    <p:extLst>
      <p:ext uri="{BB962C8B-B14F-4D97-AF65-F5344CB8AC3E}">
        <p14:creationId xmlns:p14="http://schemas.microsoft.com/office/powerpoint/2010/main" val="206705553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EFCC9C-FA97-D14C-955B-84114FF218C3}" type="datetime1">
              <a:rPr lang="en-PH" smtClean="0"/>
              <a:t>4/1/22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113624413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5443E7-F726-AE4A-A0EC-72318BD863FB}" type="datetime1">
              <a:rPr lang="en-PH" smtClean="0"/>
              <a:t>4/1/22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81845841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905F1-4266-6340-B16B-DAFAA1C47EED}" type="datetime1">
              <a:rPr lang="en-PH" smtClean="0"/>
              <a:t>4/1/22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09209925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226FD7-6F9F-764D-9CDA-C3824FC42A22}" type="datetime1">
              <a:rPr lang="en-PH" smtClean="0"/>
              <a:t>4/1/22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85229774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25BB11-245A-5545-B5CE-774B8A829B1B}" type="datetime1">
              <a:rPr lang="en-PH" smtClean="0"/>
              <a:t>4/1/22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2361337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41A176-69DE-184B-BD6B-5F9A5A7E2776}" type="datetime1">
              <a:rPr lang="en-PH" smtClean="0"/>
              <a:t>4/1/22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407423607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55740F-531D-D74F-86E6-8348D68344F1}" type="datetime1">
              <a:rPr lang="en-PH" smtClean="0"/>
              <a:t>4/1/22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47129154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E87682-5F89-3748-9625-82DE41557E60}" type="datetime1">
              <a:rPr lang="en-PH" smtClean="0"/>
              <a:t>4/1/22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25285549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E4C707-67B6-4046-9213-446907E68207}" type="datetime1">
              <a:rPr lang="en-PH" smtClean="0"/>
              <a:t>4/1/22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2B266-7584-451A-9C75-7BE4F74A4708}" type="slidenum">
              <a:rPr lang="en-US" smtClean="0"/>
              <a:t>‹#›</a:t>
            </a:fld>
            <a:endParaRPr lang="en-US"/>
          </a:p>
        </p:txBody>
      </p:sp>
    </p:spTree>
    <p:extLst>
      <p:ext uri="{BB962C8B-B14F-4D97-AF65-F5344CB8AC3E}">
        <p14:creationId xmlns:p14="http://schemas.microsoft.com/office/powerpoint/2010/main" val="83280293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AAB86A-F01E-0740-8E29-ADB56A260215}" type="datetime1">
              <a:rPr lang="en-PH" smtClean="0"/>
              <a:t>4/1/22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2B266-7584-451A-9C75-7BE4F74A4708}" type="slidenum">
              <a:rPr lang="en-US" smtClean="0"/>
              <a:t>‹#›</a:t>
            </a:fld>
            <a:endParaRPr lang="en-US"/>
          </a:p>
        </p:txBody>
      </p:sp>
      <p:grpSp>
        <p:nvGrpSpPr>
          <p:cNvPr id="9" name="Group 8"/>
          <p:cNvGrpSpPr/>
          <p:nvPr userDrawn="1"/>
        </p:nvGrpSpPr>
        <p:grpSpPr>
          <a:xfrm>
            <a:off x="-1688237" y="-20371"/>
            <a:ext cx="1688237" cy="601820"/>
            <a:chOff x="-1725897" y="263"/>
            <a:chExt cx="1688237" cy="601820"/>
          </a:xfrm>
        </p:grpSpPr>
        <p:sp>
          <p:nvSpPr>
            <p:cNvPr id="10" name="TextBox 4"/>
            <p:cNvSpPr txBox="1"/>
            <p:nvPr userDrawn="1"/>
          </p:nvSpPr>
          <p:spPr>
            <a:xfrm>
              <a:off x="-1725897" y="263"/>
              <a:ext cx="346570"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By:</a:t>
              </a:r>
            </a:p>
          </p:txBody>
        </p:sp>
        <p:pic>
          <p:nvPicPr>
            <p:cNvPr id="11" name="Picture 10"/>
            <p:cNvPicPr>
              <a:picLocks noChangeAspect="1"/>
            </p:cNvPicPr>
            <p:nvPr userDrawn="1"/>
          </p:nvPicPr>
          <p:blipFill>
            <a:blip r:embed="rId15"/>
            <a:stretch>
              <a:fillRect/>
            </a:stretch>
          </p:blipFill>
          <p:spPr>
            <a:xfrm>
              <a:off x="-1635307" y="246222"/>
              <a:ext cx="1517814" cy="168646"/>
            </a:xfrm>
            <a:prstGeom prst="rect">
              <a:avLst/>
            </a:prstGeom>
          </p:spPr>
        </p:pic>
        <p:sp>
          <p:nvSpPr>
            <p:cNvPr id="12" name="TextBox 11"/>
            <p:cNvSpPr txBox="1"/>
            <p:nvPr userDrawn="1"/>
          </p:nvSpPr>
          <p:spPr>
            <a:xfrm>
              <a:off x="-478806" y="355862"/>
              <a:ext cx="441146"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.com</a:t>
              </a:r>
            </a:p>
          </p:txBody>
        </p:sp>
      </p:grpSp>
      <p:pic>
        <p:nvPicPr>
          <p:cNvPr id="13" name="Picture 12"/>
          <p:cNvPicPr>
            <a:picLocks noChangeAspect="1"/>
          </p:cNvPicPr>
          <p:nvPr userDrawn="1"/>
        </p:nvPicPr>
        <p:blipFill>
          <a:blip r:embed="rId16"/>
          <a:stretch>
            <a:fillRect/>
          </a:stretch>
        </p:blipFill>
        <p:spPr>
          <a:xfrm>
            <a:off x="-9525" y="6986946"/>
            <a:ext cx="9148236" cy="275449"/>
          </a:xfrm>
          <a:prstGeom prst="rect">
            <a:avLst/>
          </a:prstGeom>
        </p:spPr>
      </p:pic>
    </p:spTree>
    <p:extLst>
      <p:ext uri="{BB962C8B-B14F-4D97-AF65-F5344CB8AC3E}">
        <p14:creationId xmlns:p14="http://schemas.microsoft.com/office/powerpoint/2010/main" val="152431907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8.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2.xml"/><Relationship Id="rId7" Type="http://schemas.openxmlformats.org/officeDocument/2006/relationships/image" Target="../media/image8.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8.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hyperlink" Target="https://pixabay.com/en/note-thumbtack-message-reminder-34687/" TargetMode="External"/><Relationship Id="rId5" Type="http://schemas.openxmlformats.org/officeDocument/2006/relationships/image" Target="../media/image1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hyperlink" Target="http://infofranpro.wikidot.com/" TargetMode="Externa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8.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hyperlink" Target="https://commons.wikimedia.org/wiki/File:Change-1080x675.jpg" TargetMode="External"/><Relationship Id="rId5" Type="http://schemas.openxmlformats.org/officeDocument/2006/relationships/image" Target="../media/image15.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8.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hyperlink" Target="https://commons.wikimedia.org/wiki/File:Change-1080x675.jpg" TargetMode="External"/><Relationship Id="rId5" Type="http://schemas.openxmlformats.org/officeDocument/2006/relationships/image" Target="../media/image1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hyperlink" Target="https://owl.excelsior.edu/writing-process/prewriting-strategies/prewriting-strategies-asking-defining-questions/" TargetMode="External"/><Relationship Id="rId5" Type="http://schemas.openxmlformats.org/officeDocument/2006/relationships/image" Target="../media/image1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hyperlink" Target="https://carboonite.blogspot.com/2014/11/jawaban-teka-teki-logika.html" TargetMode="External"/><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s://owl.excelsior.edu/writing-process/prewriting-strategies/prewriting-strategies-asking-defining-questions/" TargetMode="External"/><Relationship Id="rId5" Type="http://schemas.openxmlformats.org/officeDocument/2006/relationships/image" Target="../media/image1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hyperlink" Target="https://carboonite.blogspot.com/2014/11/jawaban-teka-teki-logika.html" TargetMode="External"/><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hyperlink" Target="https://owl.excelsior.edu/writing-process/prewriting-strategies/prewriting-strategies-asking-defining-questions/" TargetMode="External"/><Relationship Id="rId5" Type="http://schemas.openxmlformats.org/officeDocument/2006/relationships/image" Target="../media/image1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hyperlink" Target="https://carboonite.blogspot.com/2014/11/jawaban-teka-teki-logika.html" TargetMode="External"/><Relationship Id="rId5" Type="http://schemas.openxmlformats.org/officeDocument/2006/relationships/image" Target="../media/image1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hyperlink" Target="https://owl.excelsior.edu/writing-process/prewriting-strategies/prewriting-strategies-asking-defining-questions/" TargetMode="External"/><Relationship Id="rId5" Type="http://schemas.openxmlformats.org/officeDocument/2006/relationships/image" Target="../media/image16.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hyperlink" Target="https://carboonite.blogspot.com/2014/11/jawaban-teka-teki-logika.html" TargetMode="External"/><Relationship Id="rId5"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hyperlink" Target="https://owl.excelsior.edu/writing-process/prewriting-strategies/prewriting-strategies-asking-defining-questions/" TargetMode="External"/><Relationship Id="rId5" Type="http://schemas.openxmlformats.org/officeDocument/2006/relationships/image" Target="../media/image16.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hyperlink" Target="https://carboonite.blogspot.com/2014/11/jawaban-teka-teki-logika.html" TargetMode="External"/><Relationship Id="rId5"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4.xml"/><Relationship Id="rId7" Type="http://schemas.openxmlformats.org/officeDocument/2006/relationships/image" Target="../media/image8.png"/><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hyperlink" Target="http://www.1000springs.org.nz/" TargetMode="External"/><Relationship Id="rId5"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8.png"/><Relationship Id="rId5"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8.png"/><Relationship Id="rId5" Type="http://schemas.openxmlformats.org/officeDocument/2006/relationships/image" Target="../media/image22.tiff"/><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3.m4a"/><Relationship Id="rId1" Type="http://schemas.microsoft.com/office/2007/relationships/media" Target="../media/media23.m4a"/><Relationship Id="rId6" Type="http://schemas.openxmlformats.org/officeDocument/2006/relationships/image" Target="../media/image8.png"/><Relationship Id="rId5" Type="http://schemas.openxmlformats.org/officeDocument/2006/relationships/image" Target="../media/image2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4.xml"/><Relationship Id="rId7" Type="http://schemas.openxmlformats.org/officeDocument/2006/relationships/image" Target="../media/image25.png"/><Relationship Id="rId2" Type="http://schemas.openxmlformats.org/officeDocument/2006/relationships/audio" Target="../media/media24.m4a"/><Relationship Id="rId1" Type="http://schemas.microsoft.com/office/2007/relationships/media" Target="../media/media24.m4a"/><Relationship Id="rId6" Type="http://schemas.openxmlformats.org/officeDocument/2006/relationships/hyperlink" Target="https://pixabay.com/vectors/note-thumbtack-reminder-notes-34670/" TargetMode="External"/><Relationship Id="rId5" Type="http://schemas.openxmlformats.org/officeDocument/2006/relationships/image" Target="../media/image24.png"/><Relationship Id="rId4" Type="http://schemas.openxmlformats.org/officeDocument/2006/relationships/notesSlide" Target="../notesSlides/notesSlide24.xml"/><Relationship Id="rId9"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5.m4a"/><Relationship Id="rId1" Type="http://schemas.microsoft.com/office/2007/relationships/media" Target="../media/media25.m4a"/><Relationship Id="rId6" Type="http://schemas.openxmlformats.org/officeDocument/2006/relationships/image" Target="../media/image8.png"/><Relationship Id="rId5"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6.m4a"/><Relationship Id="rId1" Type="http://schemas.microsoft.com/office/2007/relationships/media" Target="../media/media26.m4a"/><Relationship Id="rId6" Type="http://schemas.openxmlformats.org/officeDocument/2006/relationships/image" Target="../media/image8.png"/><Relationship Id="rId5"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image" Target="../media/image8.png"/><Relationship Id="rId5" Type="http://schemas.openxmlformats.org/officeDocument/2006/relationships/image" Target="../media/image2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8.m4a"/><Relationship Id="rId1" Type="http://schemas.microsoft.com/office/2007/relationships/media" Target="../media/media28.m4a"/><Relationship Id="rId6" Type="http://schemas.openxmlformats.org/officeDocument/2006/relationships/image" Target="../media/image8.png"/><Relationship Id="rId5" Type="http://schemas.openxmlformats.org/officeDocument/2006/relationships/image" Target="../media/image3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9.m4a"/><Relationship Id="rId1" Type="http://schemas.microsoft.com/office/2007/relationships/media" Target="../media/media29.m4a"/><Relationship Id="rId6" Type="http://schemas.openxmlformats.org/officeDocument/2006/relationships/image" Target="../media/image8.png"/><Relationship Id="rId5" Type="http://schemas.openxmlformats.org/officeDocument/2006/relationships/image" Target="../media/image3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0.m4a"/><Relationship Id="rId1" Type="http://schemas.microsoft.com/office/2007/relationships/media" Target="../media/media30.m4a"/><Relationship Id="rId6" Type="http://schemas.openxmlformats.org/officeDocument/2006/relationships/image" Target="../media/image8.png"/><Relationship Id="rId5" Type="http://schemas.openxmlformats.org/officeDocument/2006/relationships/image" Target="../media/image3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1.m4a"/><Relationship Id="rId1" Type="http://schemas.microsoft.com/office/2007/relationships/media" Target="../media/media31.m4a"/><Relationship Id="rId6" Type="http://schemas.openxmlformats.org/officeDocument/2006/relationships/image" Target="../media/image8.png"/><Relationship Id="rId5" Type="http://schemas.openxmlformats.org/officeDocument/2006/relationships/image" Target="../media/image3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2.m4a"/><Relationship Id="rId1" Type="http://schemas.microsoft.com/office/2007/relationships/media" Target="../media/media32.m4a"/><Relationship Id="rId6" Type="http://schemas.openxmlformats.org/officeDocument/2006/relationships/image" Target="../media/image8.png"/><Relationship Id="rId5" Type="http://schemas.openxmlformats.org/officeDocument/2006/relationships/image" Target="../media/image3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3.m4a"/><Relationship Id="rId1" Type="http://schemas.microsoft.com/office/2007/relationships/media" Target="../media/media33.m4a"/><Relationship Id="rId6" Type="http://schemas.openxmlformats.org/officeDocument/2006/relationships/image" Target="../media/image8.png"/><Relationship Id="rId5" Type="http://schemas.openxmlformats.org/officeDocument/2006/relationships/image" Target="../media/image3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4.m4a"/><Relationship Id="rId1" Type="http://schemas.microsoft.com/office/2007/relationships/media" Target="../media/media34.m4a"/><Relationship Id="rId6" Type="http://schemas.openxmlformats.org/officeDocument/2006/relationships/image" Target="../media/image8.png"/><Relationship Id="rId5" Type="http://schemas.openxmlformats.org/officeDocument/2006/relationships/image" Target="../media/image3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5.m4a"/><Relationship Id="rId1" Type="http://schemas.microsoft.com/office/2007/relationships/media" Target="../media/media35.m4a"/><Relationship Id="rId6" Type="http://schemas.openxmlformats.org/officeDocument/2006/relationships/image" Target="../media/image8.png"/><Relationship Id="rId5" Type="http://schemas.openxmlformats.org/officeDocument/2006/relationships/image" Target="../media/image3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6.m4a"/><Relationship Id="rId1" Type="http://schemas.microsoft.com/office/2007/relationships/media" Target="../media/media36.m4a"/><Relationship Id="rId6" Type="http://schemas.openxmlformats.org/officeDocument/2006/relationships/image" Target="../media/image8.png"/><Relationship Id="rId5"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7.m4a"/><Relationship Id="rId1" Type="http://schemas.microsoft.com/office/2007/relationships/media" Target="../media/media37.m4a"/><Relationship Id="rId6" Type="http://schemas.openxmlformats.org/officeDocument/2006/relationships/image" Target="../media/image8.png"/><Relationship Id="rId5" Type="http://schemas.openxmlformats.org/officeDocument/2006/relationships/image" Target="../media/image39.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8.m4a"/><Relationship Id="rId1" Type="http://schemas.microsoft.com/office/2007/relationships/media" Target="../media/media38.m4a"/><Relationship Id="rId6" Type="http://schemas.openxmlformats.org/officeDocument/2006/relationships/image" Target="../media/image8.png"/><Relationship Id="rId5" Type="http://schemas.openxmlformats.org/officeDocument/2006/relationships/image" Target="../media/image4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9.m4a"/><Relationship Id="rId1" Type="http://schemas.microsoft.com/office/2007/relationships/media" Target="../media/media39.m4a"/><Relationship Id="rId5" Type="http://schemas.openxmlformats.org/officeDocument/2006/relationships/image" Target="../media/image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3.xml"/><Relationship Id="rId7" Type="http://schemas.openxmlformats.org/officeDocument/2006/relationships/image" Target="../media/image42.png"/><Relationship Id="rId2" Type="http://schemas.openxmlformats.org/officeDocument/2006/relationships/audio" Target="../media/media40.m4a"/><Relationship Id="rId1" Type="http://schemas.microsoft.com/office/2007/relationships/media" Target="../media/media40.m4a"/><Relationship Id="rId6" Type="http://schemas.openxmlformats.org/officeDocument/2006/relationships/image" Target="../media/image41.png"/><Relationship Id="rId5" Type="http://schemas.openxmlformats.org/officeDocument/2006/relationships/hyperlink" Target="https://cognitiveassistant.in.edst.ibm.com/#/" TargetMode="External"/><Relationship Id="rId4" Type="http://schemas.openxmlformats.org/officeDocument/2006/relationships/notesSlide" Target="../notesSlides/notesSlide40.xml"/><Relationship Id="rId9"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41.m4a"/><Relationship Id="rId1" Type="http://schemas.microsoft.com/office/2007/relationships/media" Target="../media/media41.m4a"/><Relationship Id="rId6" Type="http://schemas.openxmlformats.org/officeDocument/2006/relationships/image" Target="../media/image8.png"/><Relationship Id="rId5" Type="http://schemas.openxmlformats.org/officeDocument/2006/relationships/image" Target="../media/image4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98612" y="635000"/>
            <a:ext cx="7420559" cy="3195638"/>
          </a:xfrm>
        </p:spPr>
        <p:txBody>
          <a:bodyPr>
            <a:normAutofit fontScale="90000"/>
          </a:bodyPr>
          <a:lstStyle/>
          <a:p>
            <a:r>
              <a:rPr lang="en-US" sz="7200" dirty="0"/>
              <a:t>Change Management</a:t>
            </a:r>
            <a:br>
              <a:rPr lang="en-US" sz="7200" b="1" dirty="0">
                <a:solidFill>
                  <a:srgbClr val="7F1B7D"/>
                </a:solidFill>
              </a:rPr>
            </a:br>
            <a:r>
              <a:rPr lang="en-US" sz="7200" b="1" dirty="0">
                <a:solidFill>
                  <a:srgbClr val="7F1B7D"/>
                </a:solidFill>
              </a:rPr>
              <a:t>Policy and process</a:t>
            </a:r>
          </a:p>
        </p:txBody>
      </p:sp>
      <p:sp>
        <p:nvSpPr>
          <p:cNvPr id="5" name="Subtitle 4"/>
          <p:cNvSpPr>
            <a:spLocks noGrp="1"/>
          </p:cNvSpPr>
          <p:nvPr>
            <p:ph type="subTitle" idx="1"/>
          </p:nvPr>
        </p:nvSpPr>
        <p:spPr>
          <a:xfrm>
            <a:off x="998612" y="4084638"/>
            <a:ext cx="7154789" cy="1655762"/>
          </a:xfrm>
        </p:spPr>
        <p:txBody>
          <a:bodyPr>
            <a:normAutofit/>
          </a:bodyPr>
          <a:lstStyle/>
          <a:p>
            <a:pPr marL="0" indent="0">
              <a:buNone/>
            </a:pPr>
            <a:r>
              <a:rPr lang="en-US" sz="2400" dirty="0"/>
              <a:t>BCP and QMS Leader: Oz-bee Quinto</a:t>
            </a:r>
          </a:p>
          <a:p>
            <a:pPr marL="0" indent="0">
              <a:buNone/>
            </a:pPr>
            <a:r>
              <a:rPr lang="en-US" sz="2400" dirty="0"/>
              <a:t>Quality Process Lead: Gem Santiago</a:t>
            </a:r>
          </a:p>
        </p:txBody>
      </p:sp>
      <p:pic>
        <p:nvPicPr>
          <p:cNvPr id="2" name="CM Slide 1 Intro.m4a" descr="CM Slide 1 Intro.m4a">
            <a:hlinkClick r:id="" action="ppaction://media"/>
            <a:extLst>
              <a:ext uri="{FF2B5EF4-FFF2-40B4-BE49-F238E27FC236}">
                <a16:creationId xmlns:a16="http://schemas.microsoft.com/office/drawing/2014/main" id="{63FE1076-838C-FC4B-A5A8-09024F5D51A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078723" y="5842540"/>
            <a:ext cx="812800" cy="812800"/>
          </a:xfrm>
          <a:prstGeom prst="rect">
            <a:avLst/>
          </a:prstGeom>
        </p:spPr>
      </p:pic>
    </p:spTree>
    <p:extLst>
      <p:ext uri="{BB962C8B-B14F-4D97-AF65-F5344CB8AC3E}">
        <p14:creationId xmlns:p14="http://schemas.microsoft.com/office/powerpoint/2010/main" val="1192900497"/>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1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652648" y="1301374"/>
            <a:ext cx="2886704" cy="770365"/>
          </a:xfrm>
        </p:spPr>
        <p:txBody>
          <a:bodyPr>
            <a:noAutofit/>
          </a:bodyPr>
          <a:lstStyle/>
          <a:p>
            <a:r>
              <a:rPr lang="en-US" sz="4000" b="1" dirty="0"/>
              <a:t>Reminders</a:t>
            </a:r>
            <a:endParaRPr lang="en-US" sz="4000" b="1" dirty="0">
              <a:solidFill>
                <a:srgbClr val="7F1B7D"/>
              </a:solidFill>
            </a:endParaRPr>
          </a:p>
        </p:txBody>
      </p:sp>
      <p:sp>
        <p:nvSpPr>
          <p:cNvPr id="16" name="Freeform 15">
            <a:extLst>
              <a:ext uri="{FF2B5EF4-FFF2-40B4-BE49-F238E27FC236}">
                <a16:creationId xmlns:a16="http://schemas.microsoft.com/office/drawing/2014/main" id="{B37ACC73-4177-2D40-AB39-B33D193512FD}"/>
              </a:ext>
            </a:extLst>
          </p:cNvPr>
          <p:cNvSpPr/>
          <p:nvPr/>
        </p:nvSpPr>
        <p:spPr>
          <a:xfrm>
            <a:off x="7782128" y="2313917"/>
            <a:ext cx="3993354" cy="1259138"/>
          </a:xfrm>
          <a:custGeom>
            <a:avLst/>
            <a:gdLst>
              <a:gd name="connsiteX0" fmla="*/ 0 w 5593073"/>
              <a:gd name="connsiteY0" fmla="*/ 172974 h 1037824"/>
              <a:gd name="connsiteX1" fmla="*/ 172974 w 5593073"/>
              <a:gd name="connsiteY1" fmla="*/ 0 h 1037824"/>
              <a:gd name="connsiteX2" fmla="*/ 5420099 w 5593073"/>
              <a:gd name="connsiteY2" fmla="*/ 0 h 1037824"/>
              <a:gd name="connsiteX3" fmla="*/ 5593073 w 5593073"/>
              <a:gd name="connsiteY3" fmla="*/ 172974 h 1037824"/>
              <a:gd name="connsiteX4" fmla="*/ 5593073 w 5593073"/>
              <a:gd name="connsiteY4" fmla="*/ 864850 h 1037824"/>
              <a:gd name="connsiteX5" fmla="*/ 5420099 w 5593073"/>
              <a:gd name="connsiteY5" fmla="*/ 1037824 h 1037824"/>
              <a:gd name="connsiteX6" fmla="*/ 172974 w 5593073"/>
              <a:gd name="connsiteY6" fmla="*/ 1037824 h 1037824"/>
              <a:gd name="connsiteX7" fmla="*/ 0 w 5593073"/>
              <a:gd name="connsiteY7" fmla="*/ 864850 h 1037824"/>
              <a:gd name="connsiteX8" fmla="*/ 0 w 5593073"/>
              <a:gd name="connsiteY8" fmla="*/ 172974 h 103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3073" h="1037824">
                <a:moveTo>
                  <a:pt x="0" y="172974"/>
                </a:moveTo>
                <a:cubicBezTo>
                  <a:pt x="0" y="77443"/>
                  <a:pt x="77443" y="0"/>
                  <a:pt x="172974" y="0"/>
                </a:cubicBezTo>
                <a:lnTo>
                  <a:pt x="5420099" y="0"/>
                </a:lnTo>
                <a:cubicBezTo>
                  <a:pt x="5515630" y="0"/>
                  <a:pt x="5593073" y="77443"/>
                  <a:pt x="5593073" y="172974"/>
                </a:cubicBezTo>
                <a:lnTo>
                  <a:pt x="5593073" y="864850"/>
                </a:lnTo>
                <a:cubicBezTo>
                  <a:pt x="5593073" y="960381"/>
                  <a:pt x="5515630" y="1037824"/>
                  <a:pt x="5420099" y="1037824"/>
                </a:cubicBezTo>
                <a:lnTo>
                  <a:pt x="172974" y="1037824"/>
                </a:lnTo>
                <a:cubicBezTo>
                  <a:pt x="77443" y="1037824"/>
                  <a:pt x="0" y="960381"/>
                  <a:pt x="0" y="864850"/>
                </a:cubicBezTo>
                <a:lnTo>
                  <a:pt x="0" y="172974"/>
                </a:lnTo>
                <a:close/>
              </a:path>
            </a:pathLst>
          </a:cu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256307" tIns="50662" rIns="256307" bIns="50662" numCol="1" spcCol="1270" anchor="ctr" anchorCtr="0">
            <a:noAutofit/>
          </a:bodyPr>
          <a:lstStyle/>
          <a:p>
            <a:pPr lvl="0" defTabSz="800100">
              <a:lnSpc>
                <a:spcPct val="90000"/>
              </a:lnSpc>
              <a:spcBef>
                <a:spcPct val="0"/>
              </a:spcBef>
              <a:spcAft>
                <a:spcPct val="35000"/>
              </a:spcAft>
            </a:pPr>
            <a:r>
              <a:rPr lang="en-US" sz="2000" dirty="0">
                <a:solidFill>
                  <a:schemeClr val="bg1"/>
                </a:solidFill>
                <a:latin typeface="Calibri" panose="020F0502020204030204" pitchFamily="34" charset="0"/>
                <a:cs typeface="Calibri" panose="020F0502020204030204" pitchFamily="34" charset="0"/>
              </a:rPr>
              <a:t>Completion of Online Assessment. Link will be forwarded via email after the training.</a:t>
            </a:r>
          </a:p>
        </p:txBody>
      </p:sp>
      <p:sp>
        <p:nvSpPr>
          <p:cNvPr id="18" name="Freeform 17">
            <a:extLst>
              <a:ext uri="{FF2B5EF4-FFF2-40B4-BE49-F238E27FC236}">
                <a16:creationId xmlns:a16="http://schemas.microsoft.com/office/drawing/2014/main" id="{5422856A-529C-324C-8E35-DCC982F21634}"/>
              </a:ext>
            </a:extLst>
          </p:cNvPr>
          <p:cNvSpPr/>
          <p:nvPr/>
        </p:nvSpPr>
        <p:spPr>
          <a:xfrm>
            <a:off x="7782127" y="3916101"/>
            <a:ext cx="3993354" cy="1259137"/>
          </a:xfrm>
          <a:custGeom>
            <a:avLst/>
            <a:gdLst>
              <a:gd name="connsiteX0" fmla="*/ 0 w 5440680"/>
              <a:gd name="connsiteY0" fmla="*/ 118082 h 708480"/>
              <a:gd name="connsiteX1" fmla="*/ 118082 w 5440680"/>
              <a:gd name="connsiteY1" fmla="*/ 0 h 708480"/>
              <a:gd name="connsiteX2" fmla="*/ 5322598 w 5440680"/>
              <a:gd name="connsiteY2" fmla="*/ 0 h 708480"/>
              <a:gd name="connsiteX3" fmla="*/ 5440680 w 5440680"/>
              <a:gd name="connsiteY3" fmla="*/ 118082 h 708480"/>
              <a:gd name="connsiteX4" fmla="*/ 5440680 w 5440680"/>
              <a:gd name="connsiteY4" fmla="*/ 590398 h 708480"/>
              <a:gd name="connsiteX5" fmla="*/ 5322598 w 5440680"/>
              <a:gd name="connsiteY5" fmla="*/ 708480 h 708480"/>
              <a:gd name="connsiteX6" fmla="*/ 118082 w 5440680"/>
              <a:gd name="connsiteY6" fmla="*/ 708480 h 708480"/>
              <a:gd name="connsiteX7" fmla="*/ 0 w 5440680"/>
              <a:gd name="connsiteY7" fmla="*/ 590398 h 708480"/>
              <a:gd name="connsiteX8" fmla="*/ 0 w 5440680"/>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0680" h="708480">
                <a:moveTo>
                  <a:pt x="0" y="118082"/>
                </a:moveTo>
                <a:cubicBezTo>
                  <a:pt x="0" y="52867"/>
                  <a:pt x="52867" y="0"/>
                  <a:pt x="118082" y="0"/>
                </a:cubicBezTo>
                <a:lnTo>
                  <a:pt x="5322598" y="0"/>
                </a:lnTo>
                <a:cubicBezTo>
                  <a:pt x="5387813" y="0"/>
                  <a:pt x="5440680" y="52867"/>
                  <a:pt x="5440680" y="118082"/>
                </a:cubicBezTo>
                <a:lnTo>
                  <a:pt x="5440680" y="590398"/>
                </a:lnTo>
                <a:cubicBezTo>
                  <a:pt x="5440680" y="655613"/>
                  <a:pt x="5387813" y="708480"/>
                  <a:pt x="5322598" y="708480"/>
                </a:cubicBezTo>
                <a:lnTo>
                  <a:pt x="118082" y="708480"/>
                </a:lnTo>
                <a:cubicBezTo>
                  <a:pt x="52867" y="708480"/>
                  <a:pt x="0" y="655613"/>
                  <a:pt x="0" y="590398"/>
                </a:cubicBezTo>
                <a:lnTo>
                  <a:pt x="0" y="118082"/>
                </a:lnTo>
                <a:close/>
              </a:path>
            </a:pathLst>
          </a:custGeom>
          <a:solidFill>
            <a:schemeClr val="accent5"/>
          </a:solidFill>
        </p:spPr>
        <p:style>
          <a:lnRef idx="3">
            <a:schemeClr val="lt1">
              <a:hueOff val="0"/>
              <a:satOff val="0"/>
              <a:lumOff val="0"/>
              <a:alphaOff val="0"/>
            </a:schemeClr>
          </a:lnRef>
          <a:fillRef idx="1">
            <a:scrgbClr r="0" g="0" b="0"/>
          </a:fillRef>
          <a:effectRef idx="1">
            <a:schemeClr val="accent3">
              <a:hueOff val="0"/>
              <a:satOff val="0"/>
              <a:lumOff val="0"/>
              <a:alphaOff val="0"/>
            </a:schemeClr>
          </a:effectRef>
          <a:fontRef idx="minor">
            <a:schemeClr val="lt1"/>
          </a:fontRef>
        </p:style>
        <p:txBody>
          <a:bodyPr spcFirstLastPara="0" vert="horz" wrap="square" lIns="240230" tIns="34585" rIns="240230" bIns="34585" numCol="1" spcCol="1270" anchor="ctr" anchorCtr="0">
            <a:noAutofit/>
          </a:bodyPr>
          <a:lstStyle/>
          <a:p>
            <a:pPr lvl="0" defTabSz="889000">
              <a:lnSpc>
                <a:spcPct val="90000"/>
              </a:lnSpc>
              <a:spcBef>
                <a:spcPct val="0"/>
              </a:spcBef>
              <a:spcAft>
                <a:spcPct val="35000"/>
              </a:spcAft>
            </a:pPr>
            <a:r>
              <a:rPr lang="en-US" sz="2000" dirty="0">
                <a:latin typeface="Calibri" panose="020F0502020204030204" pitchFamily="34" charset="0"/>
                <a:cs typeface="Calibri" panose="020F0502020204030204" pitchFamily="34" charset="0"/>
              </a:rPr>
              <a:t>Think40 credits will be provided to those who passed the assessment.</a:t>
            </a:r>
          </a:p>
        </p:txBody>
      </p:sp>
      <p:grpSp>
        <p:nvGrpSpPr>
          <p:cNvPr id="6" name="Group 5">
            <a:extLst>
              <a:ext uri="{FF2B5EF4-FFF2-40B4-BE49-F238E27FC236}">
                <a16:creationId xmlns:a16="http://schemas.microsoft.com/office/drawing/2014/main" id="{8414D959-418A-4643-9528-802F527A52DA}"/>
              </a:ext>
            </a:extLst>
          </p:cNvPr>
          <p:cNvGrpSpPr/>
          <p:nvPr/>
        </p:nvGrpSpPr>
        <p:grpSpPr>
          <a:xfrm>
            <a:off x="2221581" y="5891470"/>
            <a:ext cx="8113924" cy="461665"/>
            <a:chOff x="2241037" y="6122773"/>
            <a:chExt cx="8113924" cy="461665"/>
          </a:xfrm>
        </p:grpSpPr>
        <p:pic>
          <p:nvPicPr>
            <p:cNvPr id="7" name="Graphic 6" descr="Magnifying glass with solid fill">
              <a:extLst>
                <a:ext uri="{FF2B5EF4-FFF2-40B4-BE49-F238E27FC236}">
                  <a16:creationId xmlns:a16="http://schemas.microsoft.com/office/drawing/2014/main" id="{141E58B3-DCEB-774C-BC11-D3D26384451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41037" y="6131703"/>
              <a:ext cx="452735" cy="452735"/>
            </a:xfrm>
            <a:prstGeom prst="rect">
              <a:avLst/>
            </a:prstGeom>
          </p:spPr>
        </p:pic>
        <p:sp>
          <p:nvSpPr>
            <p:cNvPr id="8" name="TextBox 7">
              <a:extLst>
                <a:ext uri="{FF2B5EF4-FFF2-40B4-BE49-F238E27FC236}">
                  <a16:creationId xmlns:a16="http://schemas.microsoft.com/office/drawing/2014/main" id="{94AAB76A-0745-1743-B5FD-9302CE367D59}"/>
                </a:ext>
              </a:extLst>
            </p:cNvPr>
            <p:cNvSpPr txBox="1"/>
            <p:nvPr/>
          </p:nvSpPr>
          <p:spPr>
            <a:xfrm>
              <a:off x="2693772" y="6122773"/>
              <a:ext cx="7661189" cy="461665"/>
            </a:xfrm>
            <a:prstGeom prst="rect">
              <a:avLst/>
            </a:prstGeom>
            <a:noFill/>
          </p:spPr>
          <p:txBody>
            <a:bodyPr wrap="square" rtlCol="0">
              <a:spAutoFit/>
            </a:bodyPr>
            <a:lstStyle/>
            <a:p>
              <a:r>
                <a:rPr lang="en-US" sz="2400" dirty="0"/>
                <a:t>w3 Publisher Page: </a:t>
              </a:r>
              <a:r>
                <a:rPr lang="en-US" sz="2400" u="sng" dirty="0">
                  <a:solidFill>
                    <a:srgbClr val="0046AD"/>
                  </a:solidFill>
                </a:rPr>
                <a:t>https://w3.ibm.com/w3publisher/qms</a:t>
              </a:r>
            </a:p>
          </p:txBody>
        </p:sp>
      </p:grpSp>
      <p:pic>
        <p:nvPicPr>
          <p:cNvPr id="3" name="CM Slide 2 Remindes.m4a" descr="CM Slide 2 Remindes.m4a">
            <a:hlinkClick r:id="" action="ppaction://media"/>
            <a:extLst>
              <a:ext uri="{FF2B5EF4-FFF2-40B4-BE49-F238E27FC236}">
                <a16:creationId xmlns:a16="http://schemas.microsoft.com/office/drawing/2014/main" id="{FA80C8AE-06CF-7748-89EB-A17FE1BB767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017110" y="5715902"/>
            <a:ext cx="812800" cy="812800"/>
          </a:xfrm>
          <a:prstGeom prst="rect">
            <a:avLst/>
          </a:prstGeom>
        </p:spPr>
      </p:pic>
      <p:pic>
        <p:nvPicPr>
          <p:cNvPr id="11" name="Picture 10">
            <a:extLst>
              <a:ext uri="{FF2B5EF4-FFF2-40B4-BE49-F238E27FC236}">
                <a16:creationId xmlns:a16="http://schemas.microsoft.com/office/drawing/2014/main" id="{243075E6-B5D2-294D-9F38-B81B6D70840D}"/>
              </a:ext>
            </a:extLst>
          </p:cNvPr>
          <p:cNvPicPr>
            <a:picLocks noChangeAspect="1"/>
          </p:cNvPicPr>
          <p:nvPr/>
        </p:nvPicPr>
        <p:blipFill>
          <a:blip r:embed="rId8"/>
          <a:stretch>
            <a:fillRect/>
          </a:stretch>
        </p:blipFill>
        <p:spPr>
          <a:xfrm>
            <a:off x="416518" y="2135982"/>
            <a:ext cx="7116840" cy="3420644"/>
          </a:xfrm>
          <a:prstGeom prst="rect">
            <a:avLst/>
          </a:prstGeom>
        </p:spPr>
      </p:pic>
    </p:spTree>
    <p:extLst>
      <p:ext uri="{BB962C8B-B14F-4D97-AF65-F5344CB8AC3E}">
        <p14:creationId xmlns:p14="http://schemas.microsoft.com/office/powerpoint/2010/main" val="30894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69" fill="hold"/>
                                        <p:tgtEl>
                                          <p:spTgt spid="3"/>
                                        </p:tgtEl>
                                      </p:cBhvr>
                                    </p:cmd>
                                  </p:childTnLst>
                                </p:cTn>
                              </p:par>
                              <p:par>
                                <p:cTn id="7" presetID="3" presetClass="entr" presetSubtype="10" fill="hold" nodeType="withEffect">
                                  <p:stCondLst>
                                    <p:cond delay="3000"/>
                                  </p:stCondLst>
                                  <p:childTnLst>
                                    <p:set>
                                      <p:cBhvr>
                                        <p:cTn id="8" dur="1" fill="hold">
                                          <p:stCondLst>
                                            <p:cond delay="0"/>
                                          </p:stCondLst>
                                        </p:cTn>
                                        <p:tgtEl>
                                          <p:spTgt spid="11"/>
                                        </p:tgtEl>
                                        <p:attrNameLst>
                                          <p:attrName>style.visibility</p:attrName>
                                        </p:attrNameLst>
                                      </p:cBhvr>
                                      <p:to>
                                        <p:strVal val="visible"/>
                                      </p:to>
                                    </p:set>
                                    <p:animEffect transition="in" filter="blinds(horizontal)">
                                      <p:cBhvr>
                                        <p:cTn id="9" dur="500"/>
                                        <p:tgtEl>
                                          <p:spTgt spid="11"/>
                                        </p:tgtEl>
                                      </p:cBhvr>
                                    </p:animEffect>
                                  </p:childTnLst>
                                </p:cTn>
                              </p:par>
                              <p:par>
                                <p:cTn id="10" presetID="3" presetClass="entr" presetSubtype="10" fill="hold" grpId="0" nodeType="withEffect">
                                  <p:stCondLst>
                                    <p:cond delay="1700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par>
                                <p:cTn id="13" presetID="3" presetClass="entr" presetSubtype="10" fill="hold" grpId="0" nodeType="withEffect">
                                  <p:stCondLst>
                                    <p:cond delay="2300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2" presetClass="entr" presetSubtype="4" fill="hold" nodeType="withEffect">
                                  <p:stCondLst>
                                    <p:cond delay="3000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3"/>
                </p:tgtEl>
              </p:cMediaNode>
            </p:audio>
          </p:childTnLst>
        </p:cTn>
      </p:par>
    </p:tnLst>
    <p:bldLst>
      <p:bldP spid="16"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lock Arc 16">
            <a:extLst>
              <a:ext uri="{FF2B5EF4-FFF2-40B4-BE49-F238E27FC236}">
                <a16:creationId xmlns:a16="http://schemas.microsoft.com/office/drawing/2014/main" id="{73ADEAE2-FF88-FD4F-B20C-51815085E880}"/>
              </a:ext>
            </a:extLst>
          </p:cNvPr>
          <p:cNvSpPr/>
          <p:nvPr/>
        </p:nvSpPr>
        <p:spPr>
          <a:xfrm>
            <a:off x="-2037933" y="774026"/>
            <a:ext cx="5472816" cy="5626773"/>
          </a:xfrm>
          <a:prstGeom prst="blockArc">
            <a:avLst>
              <a:gd name="adj1" fmla="val 18900000"/>
              <a:gd name="adj2" fmla="val 2700000"/>
              <a:gd name="adj3" fmla="val 395"/>
            </a:avLst>
          </a:prstGeom>
        </p:spPr>
        <p:style>
          <a:lnRef idx="2">
            <a:schemeClr val="accent2">
              <a:shade val="60000"/>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 name="Title 3"/>
          <p:cNvSpPr>
            <a:spLocks noGrp="1"/>
          </p:cNvSpPr>
          <p:nvPr>
            <p:ph type="ctrTitle"/>
          </p:nvPr>
        </p:nvSpPr>
        <p:spPr>
          <a:xfrm>
            <a:off x="216172" y="2868158"/>
            <a:ext cx="2886704" cy="1331207"/>
          </a:xfrm>
        </p:spPr>
        <p:txBody>
          <a:bodyPr/>
          <a:lstStyle/>
          <a:p>
            <a:r>
              <a:rPr lang="en-US" dirty="0"/>
              <a:t>Training </a:t>
            </a:r>
            <a:br>
              <a:rPr lang="en-US" dirty="0"/>
            </a:br>
            <a:r>
              <a:rPr lang="en-US" dirty="0"/>
              <a:t>objectives</a:t>
            </a:r>
            <a:endParaRPr lang="en-US" b="1" dirty="0">
              <a:solidFill>
                <a:srgbClr val="7F1B7D"/>
              </a:solidFill>
            </a:endParaRPr>
          </a:p>
        </p:txBody>
      </p:sp>
      <p:grpSp>
        <p:nvGrpSpPr>
          <p:cNvPr id="5" name="Group 4">
            <a:extLst>
              <a:ext uri="{FF2B5EF4-FFF2-40B4-BE49-F238E27FC236}">
                <a16:creationId xmlns:a16="http://schemas.microsoft.com/office/drawing/2014/main" id="{F4F5F7CD-6854-E648-BE91-ACC2BDA6966C}"/>
              </a:ext>
            </a:extLst>
          </p:cNvPr>
          <p:cNvGrpSpPr/>
          <p:nvPr/>
        </p:nvGrpSpPr>
        <p:grpSpPr>
          <a:xfrm>
            <a:off x="2552061" y="1765828"/>
            <a:ext cx="5941323" cy="1016000"/>
            <a:chOff x="2552061" y="1765828"/>
            <a:chExt cx="5941323" cy="1016000"/>
          </a:xfrm>
        </p:grpSpPr>
        <p:sp>
          <p:nvSpPr>
            <p:cNvPr id="9" name="Freeform 8">
              <a:extLst>
                <a:ext uri="{FF2B5EF4-FFF2-40B4-BE49-F238E27FC236}">
                  <a16:creationId xmlns:a16="http://schemas.microsoft.com/office/drawing/2014/main" id="{B74839E6-E49E-8240-987D-65A76C7A040E}"/>
                </a:ext>
              </a:extLst>
            </p:cNvPr>
            <p:cNvSpPr/>
            <p:nvPr/>
          </p:nvSpPr>
          <p:spPr>
            <a:xfrm>
              <a:off x="3017551" y="1868028"/>
              <a:ext cx="5475833" cy="812800"/>
            </a:xfrm>
            <a:custGeom>
              <a:avLst/>
              <a:gdLst>
                <a:gd name="connsiteX0" fmla="*/ 0 w 5475833"/>
                <a:gd name="connsiteY0" fmla="*/ 0 h 812800"/>
                <a:gd name="connsiteX1" fmla="*/ 5475833 w 5475833"/>
                <a:gd name="connsiteY1" fmla="*/ 0 h 812800"/>
                <a:gd name="connsiteX2" fmla="*/ 5475833 w 5475833"/>
                <a:gd name="connsiteY2" fmla="*/ 812800 h 812800"/>
                <a:gd name="connsiteX3" fmla="*/ 0 w 5475833"/>
                <a:gd name="connsiteY3" fmla="*/ 812800 h 812800"/>
                <a:gd name="connsiteX4" fmla="*/ 0 w 5475833"/>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5833" h="812800">
                  <a:moveTo>
                    <a:pt x="0" y="0"/>
                  </a:moveTo>
                  <a:lnTo>
                    <a:pt x="5475833" y="0"/>
                  </a:lnTo>
                  <a:lnTo>
                    <a:pt x="5475833" y="812800"/>
                  </a:lnTo>
                  <a:lnTo>
                    <a:pt x="0" y="812800"/>
                  </a:lnTo>
                  <a:lnTo>
                    <a:pt x="0" y="0"/>
                  </a:lnTo>
                  <a:close/>
                </a:path>
              </a:pathLst>
            </a:custGeom>
            <a:solidFill>
              <a:schemeClr val="accent5"/>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45160" tIns="55880" rIns="55880" bIns="55880" numCol="1" spcCol="1270" anchor="ctr" anchorCtr="0">
              <a:noAutofit/>
            </a:bodyPr>
            <a:lstStyle/>
            <a:p>
              <a:pPr lvl="0" defTabSz="711200">
                <a:lnSpc>
                  <a:spcPct val="90000"/>
                </a:lnSpc>
                <a:spcBef>
                  <a:spcPct val="0"/>
                </a:spcBef>
                <a:spcAft>
                  <a:spcPct val="35000"/>
                </a:spcAft>
              </a:pPr>
              <a:r>
                <a:rPr lang="en-US" altLang="en-US" sz="2000" dirty="0"/>
                <a:t>Gain knowledge on Change Management policy and guidelines.</a:t>
              </a:r>
              <a:endParaRPr lang="en-US" sz="2000" dirty="0"/>
            </a:p>
          </p:txBody>
        </p:sp>
        <p:sp>
          <p:nvSpPr>
            <p:cNvPr id="10" name="Oval 9">
              <a:extLst>
                <a:ext uri="{FF2B5EF4-FFF2-40B4-BE49-F238E27FC236}">
                  <a16:creationId xmlns:a16="http://schemas.microsoft.com/office/drawing/2014/main" id="{5539A269-3E48-FB40-BA08-C829EBCB6E88}"/>
                </a:ext>
              </a:extLst>
            </p:cNvPr>
            <p:cNvSpPr/>
            <p:nvPr/>
          </p:nvSpPr>
          <p:spPr>
            <a:xfrm>
              <a:off x="2552061" y="1765828"/>
              <a:ext cx="1016000" cy="1016000"/>
            </a:xfrm>
            <a:prstGeom prst="ellipse">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 name="Rectangle 10">
              <a:extLst>
                <a:ext uri="{FF2B5EF4-FFF2-40B4-BE49-F238E27FC236}">
                  <a16:creationId xmlns:a16="http://schemas.microsoft.com/office/drawing/2014/main" id="{40FF18C7-F380-6848-ACDC-A9483E8FB052}"/>
                </a:ext>
              </a:extLst>
            </p:cNvPr>
            <p:cNvSpPr/>
            <p:nvPr/>
          </p:nvSpPr>
          <p:spPr>
            <a:xfrm>
              <a:off x="2717159" y="1814074"/>
              <a:ext cx="684145" cy="923330"/>
            </a:xfrm>
            <a:prstGeom prst="rect">
              <a:avLst/>
            </a:prstGeom>
            <a:noFill/>
            <a:ln>
              <a:noFill/>
            </a:ln>
          </p:spPr>
          <p:txBody>
            <a:bodyPr wrap="square">
              <a:spAutoFit/>
            </a:bodyPr>
            <a:lstStyle/>
            <a:p>
              <a:pPr algn="ctr">
                <a:defRPr/>
              </a:pPr>
              <a:r>
                <a:rPr lang="en-US" sz="5400" dirty="0">
                  <a:ln w="22225">
                    <a:solidFill>
                      <a:schemeClr val="accent1"/>
                    </a:solidFill>
                    <a:prstDash val="solid"/>
                  </a:ln>
                  <a:solidFill>
                    <a:schemeClr val="accent5"/>
                  </a:solidFill>
                </a:rPr>
                <a:t>1</a:t>
              </a:r>
            </a:p>
          </p:txBody>
        </p:sp>
      </p:grpSp>
      <p:grpSp>
        <p:nvGrpSpPr>
          <p:cNvPr id="16" name="Group 15">
            <a:extLst>
              <a:ext uri="{FF2B5EF4-FFF2-40B4-BE49-F238E27FC236}">
                <a16:creationId xmlns:a16="http://schemas.microsoft.com/office/drawing/2014/main" id="{FF453B02-D063-C24C-BB3A-2E0CA1C63C20}"/>
              </a:ext>
            </a:extLst>
          </p:cNvPr>
          <p:cNvGrpSpPr/>
          <p:nvPr/>
        </p:nvGrpSpPr>
        <p:grpSpPr>
          <a:xfrm>
            <a:off x="2887390" y="2994729"/>
            <a:ext cx="5605994" cy="1061642"/>
            <a:chOff x="2887390" y="2994729"/>
            <a:chExt cx="5605994" cy="1061642"/>
          </a:xfrm>
        </p:grpSpPr>
        <p:sp>
          <p:nvSpPr>
            <p:cNvPr id="6" name="Freeform 5">
              <a:extLst>
                <a:ext uri="{FF2B5EF4-FFF2-40B4-BE49-F238E27FC236}">
                  <a16:creationId xmlns:a16="http://schemas.microsoft.com/office/drawing/2014/main" id="{C38FC203-E391-0147-AB57-46F51A624AC8}"/>
                </a:ext>
              </a:extLst>
            </p:cNvPr>
            <p:cNvSpPr/>
            <p:nvPr/>
          </p:nvSpPr>
          <p:spPr>
            <a:xfrm>
              <a:off x="3483235" y="3006047"/>
              <a:ext cx="5010149" cy="1050324"/>
            </a:xfrm>
            <a:custGeom>
              <a:avLst/>
              <a:gdLst>
                <a:gd name="connsiteX0" fmla="*/ 0 w 5180380"/>
                <a:gd name="connsiteY0" fmla="*/ 0 h 1050324"/>
                <a:gd name="connsiteX1" fmla="*/ 5180380 w 5180380"/>
                <a:gd name="connsiteY1" fmla="*/ 0 h 1050324"/>
                <a:gd name="connsiteX2" fmla="*/ 5180380 w 5180380"/>
                <a:gd name="connsiteY2" fmla="*/ 1050324 h 1050324"/>
                <a:gd name="connsiteX3" fmla="*/ 0 w 5180380"/>
                <a:gd name="connsiteY3" fmla="*/ 1050324 h 1050324"/>
                <a:gd name="connsiteX4" fmla="*/ 0 w 5180380"/>
                <a:gd name="connsiteY4" fmla="*/ 0 h 1050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1050324">
                  <a:moveTo>
                    <a:pt x="0" y="0"/>
                  </a:moveTo>
                  <a:lnTo>
                    <a:pt x="5180380" y="0"/>
                  </a:lnTo>
                  <a:lnTo>
                    <a:pt x="5180380" y="1050324"/>
                  </a:lnTo>
                  <a:lnTo>
                    <a:pt x="0" y="105032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45160" tIns="55880" rIns="55880" bIns="55880" numCol="1" spcCol="1270" anchor="ctr" anchorCtr="0">
              <a:noAutofit/>
            </a:bodyPr>
            <a:lstStyle/>
            <a:p>
              <a:pPr lvl="0" defTabSz="711200">
                <a:lnSpc>
                  <a:spcPct val="90000"/>
                </a:lnSpc>
                <a:spcBef>
                  <a:spcPct val="0"/>
                </a:spcBef>
                <a:spcAft>
                  <a:spcPct val="35000"/>
                </a:spcAft>
              </a:pPr>
              <a:r>
                <a:rPr lang="en-US" altLang="en-US" sz="2000" dirty="0"/>
                <a:t>Understand the roles and responsibilities of IBM employees in </a:t>
              </a:r>
              <a:r>
                <a:rPr lang="en-PH" sz="2000" dirty="0"/>
                <a:t>proper handling of contract changes, and IBM-initiated process changes.</a:t>
              </a:r>
              <a:endParaRPr lang="en-US" sz="2000" dirty="0">
                <a:solidFill>
                  <a:schemeClr val="bg1"/>
                </a:solidFill>
              </a:endParaRPr>
            </a:p>
          </p:txBody>
        </p:sp>
        <p:sp>
          <p:nvSpPr>
            <p:cNvPr id="7" name="Oval 6">
              <a:extLst>
                <a:ext uri="{FF2B5EF4-FFF2-40B4-BE49-F238E27FC236}">
                  <a16:creationId xmlns:a16="http://schemas.microsoft.com/office/drawing/2014/main" id="{22747292-E915-694B-9AFD-19E200EA8DD7}"/>
                </a:ext>
              </a:extLst>
            </p:cNvPr>
            <p:cNvSpPr/>
            <p:nvPr/>
          </p:nvSpPr>
          <p:spPr>
            <a:xfrm>
              <a:off x="2887390" y="2994729"/>
              <a:ext cx="1016000" cy="1061641"/>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Rectangle 11">
              <a:extLst>
                <a:ext uri="{FF2B5EF4-FFF2-40B4-BE49-F238E27FC236}">
                  <a16:creationId xmlns:a16="http://schemas.microsoft.com/office/drawing/2014/main" id="{F2AA2B39-3D09-3F44-9D8B-FC1A1AFFBCEC}"/>
                </a:ext>
              </a:extLst>
            </p:cNvPr>
            <p:cNvSpPr/>
            <p:nvPr/>
          </p:nvSpPr>
          <p:spPr>
            <a:xfrm>
              <a:off x="3054147" y="3048770"/>
              <a:ext cx="684145" cy="923331"/>
            </a:xfrm>
            <a:prstGeom prst="rect">
              <a:avLst/>
            </a:prstGeom>
            <a:noFill/>
          </p:spPr>
          <p:txBody>
            <a:bodyPr wrap="square">
              <a:spAutoFit/>
            </a:bodyPr>
            <a:lstStyle/>
            <a:p>
              <a:pPr algn="ctr">
                <a:defRPr/>
              </a:pPr>
              <a:r>
                <a:rPr lang="en-US" sz="5400" dirty="0">
                  <a:ln w="22225">
                    <a:solidFill>
                      <a:schemeClr val="accent2"/>
                    </a:solidFill>
                    <a:prstDash val="solid"/>
                  </a:ln>
                  <a:solidFill>
                    <a:schemeClr val="accent2"/>
                  </a:solidFill>
                </a:rPr>
                <a:t>2</a:t>
              </a:r>
            </a:p>
          </p:txBody>
        </p:sp>
      </p:grpSp>
      <p:grpSp>
        <p:nvGrpSpPr>
          <p:cNvPr id="18" name="Group 17">
            <a:extLst>
              <a:ext uri="{FF2B5EF4-FFF2-40B4-BE49-F238E27FC236}">
                <a16:creationId xmlns:a16="http://schemas.microsoft.com/office/drawing/2014/main" id="{C7232655-3BA6-1147-B91E-7853920838F8}"/>
              </a:ext>
            </a:extLst>
          </p:cNvPr>
          <p:cNvGrpSpPr/>
          <p:nvPr/>
        </p:nvGrpSpPr>
        <p:grpSpPr>
          <a:xfrm>
            <a:off x="2576678" y="4269273"/>
            <a:ext cx="5916707" cy="1016000"/>
            <a:chOff x="2576678" y="4269273"/>
            <a:chExt cx="5916707" cy="1016000"/>
          </a:xfrm>
        </p:grpSpPr>
        <p:sp>
          <p:nvSpPr>
            <p:cNvPr id="13" name="Freeform 12">
              <a:extLst>
                <a:ext uri="{FF2B5EF4-FFF2-40B4-BE49-F238E27FC236}">
                  <a16:creationId xmlns:a16="http://schemas.microsoft.com/office/drawing/2014/main" id="{B3BD8E2B-0907-9F4C-A133-6C176A34B08D}"/>
                </a:ext>
              </a:extLst>
            </p:cNvPr>
            <p:cNvSpPr/>
            <p:nvPr/>
          </p:nvSpPr>
          <p:spPr>
            <a:xfrm>
              <a:off x="3084679" y="4370873"/>
              <a:ext cx="5408706" cy="812800"/>
            </a:xfrm>
            <a:custGeom>
              <a:avLst/>
              <a:gdLst>
                <a:gd name="connsiteX0" fmla="*/ 0 w 5475833"/>
                <a:gd name="connsiteY0" fmla="*/ 0 h 812800"/>
                <a:gd name="connsiteX1" fmla="*/ 5475833 w 5475833"/>
                <a:gd name="connsiteY1" fmla="*/ 0 h 812800"/>
                <a:gd name="connsiteX2" fmla="*/ 5475833 w 5475833"/>
                <a:gd name="connsiteY2" fmla="*/ 812800 h 812800"/>
                <a:gd name="connsiteX3" fmla="*/ 0 w 5475833"/>
                <a:gd name="connsiteY3" fmla="*/ 812800 h 812800"/>
                <a:gd name="connsiteX4" fmla="*/ 0 w 5475833"/>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5833" h="812800">
                  <a:moveTo>
                    <a:pt x="0" y="0"/>
                  </a:moveTo>
                  <a:lnTo>
                    <a:pt x="5475833" y="0"/>
                  </a:lnTo>
                  <a:lnTo>
                    <a:pt x="5475833" y="812800"/>
                  </a:lnTo>
                  <a:lnTo>
                    <a:pt x="0" y="812800"/>
                  </a:lnTo>
                  <a:lnTo>
                    <a:pt x="0" y="0"/>
                  </a:lnTo>
                  <a:close/>
                </a:path>
              </a:pathLst>
            </a:custGeom>
            <a:solidFill>
              <a:schemeClr val="accent5"/>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45160" tIns="55880" rIns="55880" bIns="55880" numCol="1" spcCol="1270" anchor="ctr" anchorCtr="0">
              <a:noAutofit/>
            </a:bodyPr>
            <a:lstStyle/>
            <a:p>
              <a:pPr lvl="0" defTabSz="711200">
                <a:lnSpc>
                  <a:spcPct val="90000"/>
                </a:lnSpc>
                <a:spcBef>
                  <a:spcPct val="0"/>
                </a:spcBef>
                <a:spcAft>
                  <a:spcPct val="35000"/>
                </a:spcAft>
              </a:pPr>
              <a:r>
                <a:rPr lang="en-US" sz="1600" dirty="0">
                  <a:solidFill>
                    <a:schemeClr val="bg1"/>
                  </a:solidFill>
                </a:rPr>
                <a:t>Be familiar with the change management workflow in MDC Percolator.</a:t>
              </a:r>
            </a:p>
          </p:txBody>
        </p:sp>
        <p:sp>
          <p:nvSpPr>
            <p:cNvPr id="14" name="Oval 13">
              <a:extLst>
                <a:ext uri="{FF2B5EF4-FFF2-40B4-BE49-F238E27FC236}">
                  <a16:creationId xmlns:a16="http://schemas.microsoft.com/office/drawing/2014/main" id="{D4A18E5E-DA88-F048-AF1C-8D4E01AA3339}"/>
                </a:ext>
              </a:extLst>
            </p:cNvPr>
            <p:cNvSpPr/>
            <p:nvPr/>
          </p:nvSpPr>
          <p:spPr>
            <a:xfrm>
              <a:off x="2576678" y="4269273"/>
              <a:ext cx="1016000" cy="1016000"/>
            </a:xfrm>
            <a:prstGeom prst="ellipse">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Rectangle 14">
              <a:extLst>
                <a:ext uri="{FF2B5EF4-FFF2-40B4-BE49-F238E27FC236}">
                  <a16:creationId xmlns:a16="http://schemas.microsoft.com/office/drawing/2014/main" id="{CB3718DF-2C70-E34F-A4D8-0CD40515FE55}"/>
                </a:ext>
              </a:extLst>
            </p:cNvPr>
            <p:cNvSpPr/>
            <p:nvPr/>
          </p:nvSpPr>
          <p:spPr>
            <a:xfrm>
              <a:off x="2801118" y="4329509"/>
              <a:ext cx="535724" cy="923330"/>
            </a:xfrm>
            <a:prstGeom prst="rect">
              <a:avLst/>
            </a:prstGeom>
            <a:noFill/>
          </p:spPr>
          <p:txBody>
            <a:bodyPr wrap="square">
              <a:spAutoFit/>
            </a:bodyPr>
            <a:lstStyle/>
            <a:p>
              <a:pPr algn="ctr">
                <a:defRPr/>
              </a:pPr>
              <a:r>
                <a:rPr lang="en-US" sz="5400" dirty="0">
                  <a:ln w="22225">
                    <a:solidFill>
                      <a:schemeClr val="accent1"/>
                    </a:solidFill>
                    <a:prstDash val="solid"/>
                  </a:ln>
                  <a:solidFill>
                    <a:schemeClr val="accent5"/>
                  </a:solidFill>
                </a:rPr>
                <a:t>3</a:t>
              </a:r>
            </a:p>
          </p:txBody>
        </p:sp>
      </p:grpSp>
      <p:pic>
        <p:nvPicPr>
          <p:cNvPr id="19" name="CM Slide 3 Training Objectives.m4a" descr="CM Slide 3 Training Objectives.m4a">
            <a:hlinkClick r:id="" action="ppaction://media"/>
            <a:extLst>
              <a:ext uri="{FF2B5EF4-FFF2-40B4-BE49-F238E27FC236}">
                <a16:creationId xmlns:a16="http://schemas.microsoft.com/office/drawing/2014/main" id="{E800C090-4F39-2746-9630-E8DC925BCAD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029043" y="5636985"/>
            <a:ext cx="812800" cy="812800"/>
          </a:xfrm>
          <a:prstGeom prst="rect">
            <a:avLst/>
          </a:prstGeom>
        </p:spPr>
      </p:pic>
    </p:spTree>
    <p:extLst>
      <p:ext uri="{BB962C8B-B14F-4D97-AF65-F5344CB8AC3E}">
        <p14:creationId xmlns:p14="http://schemas.microsoft.com/office/powerpoint/2010/main" val="1652662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452" fill="hold"/>
                                        <p:tgtEl>
                                          <p:spTgt spid="19"/>
                                        </p:tgtEl>
                                      </p:cBhvr>
                                    </p:cmd>
                                  </p:childTnLst>
                                </p:cTn>
                              </p:par>
                              <p:par>
                                <p:cTn id="7" presetID="12" presetClass="entr" presetSubtype="2" fill="hold" nodeType="withEffect">
                                  <p:stCondLst>
                                    <p:cond delay="300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p:tgtEl>
                                          <p:spTgt spid="5"/>
                                        </p:tgtEl>
                                        <p:attrNameLst>
                                          <p:attrName>ppt_x</p:attrName>
                                        </p:attrNameLst>
                                      </p:cBhvr>
                                      <p:tavLst>
                                        <p:tav tm="0">
                                          <p:val>
                                            <p:strVal val="#ppt_x+#ppt_w*1.125000"/>
                                          </p:val>
                                        </p:tav>
                                        <p:tav tm="100000">
                                          <p:val>
                                            <p:strVal val="#ppt_x"/>
                                          </p:val>
                                        </p:tav>
                                      </p:tavLst>
                                    </p:anim>
                                    <p:animEffect transition="in" filter="wipe(left)">
                                      <p:cBhvr>
                                        <p:cTn id="10" dur="500"/>
                                        <p:tgtEl>
                                          <p:spTgt spid="5"/>
                                        </p:tgtEl>
                                      </p:cBhvr>
                                    </p:animEffect>
                                  </p:childTnLst>
                                </p:cTn>
                              </p:par>
                              <p:par>
                                <p:cTn id="11" presetID="12" presetClass="entr" presetSubtype="2" fill="hold" nodeType="withEffect">
                                  <p:stCondLst>
                                    <p:cond delay="700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ppt_x</p:attrName>
                                        </p:attrNameLst>
                                      </p:cBhvr>
                                      <p:tavLst>
                                        <p:tav tm="0">
                                          <p:val>
                                            <p:strVal val="#ppt_x+#ppt_w*1.125000"/>
                                          </p:val>
                                        </p:tav>
                                        <p:tav tm="100000">
                                          <p:val>
                                            <p:strVal val="#ppt_x"/>
                                          </p:val>
                                        </p:tav>
                                      </p:tavLst>
                                    </p:anim>
                                    <p:animEffect transition="in" filter="wipe(left)">
                                      <p:cBhvr>
                                        <p:cTn id="14" dur="500"/>
                                        <p:tgtEl>
                                          <p:spTgt spid="16"/>
                                        </p:tgtEl>
                                      </p:cBhvr>
                                    </p:animEffect>
                                  </p:childTnLst>
                                </p:cTn>
                              </p:par>
                              <p:par>
                                <p:cTn id="15" presetID="12" presetClass="entr" presetSubtype="2" fill="hold" nodeType="withEffect">
                                  <p:stCondLst>
                                    <p:cond delay="180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p:tgtEl>
                                          <p:spTgt spid="18"/>
                                        </p:tgtEl>
                                        <p:attrNameLst>
                                          <p:attrName>ppt_x</p:attrName>
                                        </p:attrNameLst>
                                      </p:cBhvr>
                                      <p:tavLst>
                                        <p:tav tm="0">
                                          <p:val>
                                            <p:strVal val="#ppt_x+#ppt_w*1.125000"/>
                                          </p:val>
                                        </p:tav>
                                        <p:tav tm="100000">
                                          <p:val>
                                            <p:strVal val="#ppt_x"/>
                                          </p:val>
                                        </p:tav>
                                      </p:tavLst>
                                    </p:anim>
                                    <p:animEffect transition="in" filter="wipe(left)">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9" fill="hold" display="0">
                  <p:stCondLst>
                    <p:cond delay="indefinite"/>
                  </p:stCondLst>
                  <p:endCondLst>
                    <p:cond evt="onStopAudio" delay="0">
                      <p:tgtEl>
                        <p:sldTgt/>
                      </p:tgtEl>
                    </p:cond>
                  </p:endCondLst>
                </p:cTn>
                <p:tgtEl>
                  <p:spTgt spid="1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4</a:t>
            </a:fld>
            <a:endParaRPr lang="en-US"/>
          </a:p>
        </p:txBody>
      </p:sp>
      <p:sp>
        <p:nvSpPr>
          <p:cNvPr id="7" name="Title 3">
            <a:extLst>
              <a:ext uri="{FF2B5EF4-FFF2-40B4-BE49-F238E27FC236}">
                <a16:creationId xmlns:a16="http://schemas.microsoft.com/office/drawing/2014/main" id="{47C3118C-AB22-FA48-A994-FF4AEB6DD1E2}"/>
              </a:ext>
            </a:extLst>
          </p:cNvPr>
          <p:cNvSpPr>
            <a:spLocks noGrp="1"/>
          </p:cNvSpPr>
          <p:nvPr>
            <p:ph type="title"/>
          </p:nvPr>
        </p:nvSpPr>
        <p:spPr>
          <a:xfrm>
            <a:off x="146511" y="827574"/>
            <a:ext cx="5636226" cy="736049"/>
          </a:xfrm>
        </p:spPr>
        <p:txBody>
          <a:bodyPr/>
          <a:lstStyle/>
          <a:p>
            <a:r>
              <a:rPr lang="en-US" dirty="0">
                <a:solidFill>
                  <a:schemeClr val="accent5"/>
                </a:solidFill>
                <a:latin typeface="Calibri" panose="020F0502020204030204" pitchFamily="34" charset="0"/>
                <a:cs typeface="Calibri" panose="020F0502020204030204" pitchFamily="34" charset="0"/>
              </a:rPr>
              <a:t>Change Management</a:t>
            </a:r>
          </a:p>
        </p:txBody>
      </p:sp>
      <p:grpSp>
        <p:nvGrpSpPr>
          <p:cNvPr id="3" name="Group 2">
            <a:extLst>
              <a:ext uri="{FF2B5EF4-FFF2-40B4-BE49-F238E27FC236}">
                <a16:creationId xmlns:a16="http://schemas.microsoft.com/office/drawing/2014/main" id="{8A5D9682-BE96-C848-A484-7A95ECF03542}"/>
              </a:ext>
            </a:extLst>
          </p:cNvPr>
          <p:cNvGrpSpPr/>
          <p:nvPr/>
        </p:nvGrpSpPr>
        <p:grpSpPr>
          <a:xfrm>
            <a:off x="3295352" y="1713604"/>
            <a:ext cx="5939048" cy="4231571"/>
            <a:chOff x="3295352" y="1713604"/>
            <a:chExt cx="5939048" cy="4231571"/>
          </a:xfrm>
        </p:grpSpPr>
        <p:pic>
          <p:nvPicPr>
            <p:cNvPr id="6" name="Picture 5" descr="A picture containing computer&#10;&#10;Description automatically generated">
              <a:extLst>
                <a:ext uri="{FF2B5EF4-FFF2-40B4-BE49-F238E27FC236}">
                  <a16:creationId xmlns:a16="http://schemas.microsoft.com/office/drawing/2014/main" id="{6DC003F4-FF55-094C-AB66-962ACB98A17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295352" y="1713604"/>
              <a:ext cx="5939048" cy="4231571"/>
            </a:xfrm>
            <a:prstGeom prst="rect">
              <a:avLst/>
            </a:prstGeom>
          </p:spPr>
        </p:pic>
        <p:sp>
          <p:nvSpPr>
            <p:cNvPr id="8" name="Rectangle 7">
              <a:extLst>
                <a:ext uri="{FF2B5EF4-FFF2-40B4-BE49-F238E27FC236}">
                  <a16:creationId xmlns:a16="http://schemas.microsoft.com/office/drawing/2014/main" id="{062361F4-40CB-A64D-8B64-0C1F2FBCA8EF}"/>
                </a:ext>
              </a:extLst>
            </p:cNvPr>
            <p:cNvSpPr/>
            <p:nvPr/>
          </p:nvSpPr>
          <p:spPr>
            <a:xfrm>
              <a:off x="4217557" y="3030720"/>
              <a:ext cx="4572000" cy="2031325"/>
            </a:xfrm>
            <a:prstGeom prst="rect">
              <a:avLst/>
            </a:prstGeom>
          </p:spPr>
          <p:txBody>
            <a:bodyPr>
              <a:spAutoFit/>
            </a:bodyPr>
            <a:lstStyle/>
            <a:p>
              <a:r>
                <a:rPr lang="en-PH" dirty="0">
                  <a:latin typeface="Calibri" panose="020F0502020204030204" pitchFamily="34" charset="0"/>
                  <a:cs typeface="Calibri" panose="020F0502020204030204" pitchFamily="34" charset="0"/>
                </a:rPr>
                <a:t>The Change Management process defines the proper handling of contract changes, and IBM-initiated process changes.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Changes may be raised:</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By IBM</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By the client</a:t>
              </a:r>
            </a:p>
          </p:txBody>
        </p:sp>
      </p:grpSp>
      <p:pic>
        <p:nvPicPr>
          <p:cNvPr id="2" name="CM Slide 4 Change Management.m4a" descr="CM Slide 4 Change Management.m4a">
            <a:hlinkClick r:id="" action="ppaction://media"/>
            <a:extLst>
              <a:ext uri="{FF2B5EF4-FFF2-40B4-BE49-F238E27FC236}">
                <a16:creationId xmlns:a16="http://schemas.microsoft.com/office/drawing/2014/main" id="{768C98A3-C5B3-9640-9226-F8219A6E955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543550"/>
            <a:ext cx="812800" cy="812800"/>
          </a:xfrm>
          <a:prstGeom prst="rect">
            <a:avLst/>
          </a:prstGeom>
        </p:spPr>
      </p:pic>
    </p:spTree>
    <p:extLst>
      <p:ext uri="{BB962C8B-B14F-4D97-AF65-F5344CB8AC3E}">
        <p14:creationId xmlns:p14="http://schemas.microsoft.com/office/powerpoint/2010/main" val="373097197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53" fill="hold"/>
                                        <p:tgtEl>
                                          <p:spTgt spid="2"/>
                                        </p:tgtEl>
                                      </p:cBhvr>
                                    </p:cmd>
                                  </p:childTnLst>
                                </p:cTn>
                              </p:par>
                              <p:par>
                                <p:cTn id="7" presetID="16" presetClass="entr" presetSubtype="21"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barn(inVertical)">
                                      <p:cBhvr>
                                        <p:cTn id="9"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0"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650" y="439117"/>
            <a:ext cx="7023215" cy="668501"/>
          </a:xfrm>
        </p:spPr>
        <p:txBody>
          <a:bodyPr/>
          <a:lstStyle/>
          <a:p>
            <a:r>
              <a:rPr lang="en-US" dirty="0">
                <a:solidFill>
                  <a:schemeClr val="accent5"/>
                </a:solidFill>
              </a:rPr>
              <a:t>Change Management Objectives</a:t>
            </a:r>
            <a:endParaRPr lang="en-US" b="1" dirty="0">
              <a:solidFill>
                <a:schemeClr val="accent5"/>
              </a:solidFill>
            </a:endParaRPr>
          </a:p>
        </p:txBody>
      </p:sp>
      <p:sp>
        <p:nvSpPr>
          <p:cNvPr id="5" name="Slide Number Placeholder 4"/>
          <p:cNvSpPr>
            <a:spLocks noGrp="1"/>
          </p:cNvSpPr>
          <p:nvPr>
            <p:ph type="sldNum" sz="quarter" idx="12"/>
          </p:nvPr>
        </p:nvSpPr>
        <p:spPr/>
        <p:txBody>
          <a:bodyPr/>
          <a:lstStyle/>
          <a:p>
            <a:fld id="{42B598A9-98DB-4919-8118-E0FFA01B43BD}" type="slidenum">
              <a:rPr lang="en-US" smtClean="0"/>
              <a:t>5</a:t>
            </a:fld>
            <a:endParaRPr lang="en-US"/>
          </a:p>
        </p:txBody>
      </p:sp>
      <p:grpSp>
        <p:nvGrpSpPr>
          <p:cNvPr id="4" name="Group 3">
            <a:extLst>
              <a:ext uri="{FF2B5EF4-FFF2-40B4-BE49-F238E27FC236}">
                <a16:creationId xmlns:a16="http://schemas.microsoft.com/office/drawing/2014/main" id="{4A890CB0-03CA-2F4E-A70D-07CA59C3F7A6}"/>
              </a:ext>
            </a:extLst>
          </p:cNvPr>
          <p:cNvGrpSpPr/>
          <p:nvPr/>
        </p:nvGrpSpPr>
        <p:grpSpPr>
          <a:xfrm>
            <a:off x="1989436" y="1690688"/>
            <a:ext cx="2730843" cy="4145125"/>
            <a:chOff x="1989436" y="1690688"/>
            <a:chExt cx="2730843" cy="4145125"/>
          </a:xfrm>
        </p:grpSpPr>
        <p:sp>
          <p:nvSpPr>
            <p:cNvPr id="14" name="TextBox 13">
              <a:extLst>
                <a:ext uri="{FF2B5EF4-FFF2-40B4-BE49-F238E27FC236}">
                  <a16:creationId xmlns:a16="http://schemas.microsoft.com/office/drawing/2014/main" id="{7CD53AAD-9BB5-C64B-91B2-62328A9BDCB1}"/>
                </a:ext>
              </a:extLst>
            </p:cNvPr>
            <p:cNvSpPr txBox="1"/>
            <p:nvPr/>
          </p:nvSpPr>
          <p:spPr>
            <a:xfrm>
              <a:off x="1989436" y="4358485"/>
              <a:ext cx="2730843" cy="1477328"/>
            </a:xfrm>
            <a:prstGeom prst="rect">
              <a:avLst/>
            </a:prstGeom>
            <a:noFill/>
          </p:spPr>
          <p:txBody>
            <a:bodyPr wrap="square" rtlCol="0">
              <a:spAutoFit/>
            </a:bodyPr>
            <a:lstStyle/>
            <a:p>
              <a:pPr algn="ctr"/>
              <a:r>
                <a:rPr lang="en-US" dirty="0"/>
                <a:t>To ensure that all contractual changes and IBM initiated changes are documented before execution.</a:t>
              </a:r>
            </a:p>
          </p:txBody>
        </p:sp>
        <p:pic>
          <p:nvPicPr>
            <p:cNvPr id="15" name="Picture 5">
              <a:extLst>
                <a:ext uri="{FF2B5EF4-FFF2-40B4-BE49-F238E27FC236}">
                  <a16:creationId xmlns:a16="http://schemas.microsoft.com/office/drawing/2014/main" id="{DD65BC8C-8D72-5943-B6C3-7C3E71C990D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01329" y="1690688"/>
              <a:ext cx="2107056" cy="2104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6" name="Group 5">
            <a:extLst>
              <a:ext uri="{FF2B5EF4-FFF2-40B4-BE49-F238E27FC236}">
                <a16:creationId xmlns:a16="http://schemas.microsoft.com/office/drawing/2014/main" id="{3738AE8D-10FE-DC47-A98A-F460E5D8502F}"/>
              </a:ext>
            </a:extLst>
          </p:cNvPr>
          <p:cNvGrpSpPr/>
          <p:nvPr/>
        </p:nvGrpSpPr>
        <p:grpSpPr>
          <a:xfrm>
            <a:off x="5867400" y="1351157"/>
            <a:ext cx="5486400" cy="4761654"/>
            <a:chOff x="5867400" y="1351157"/>
            <a:chExt cx="5486400" cy="4761654"/>
          </a:xfrm>
        </p:grpSpPr>
        <p:pic>
          <p:nvPicPr>
            <p:cNvPr id="16" name="Picture 15" descr="A picture containing building&#10;&#10;Description automatically generated">
              <a:extLst>
                <a:ext uri="{FF2B5EF4-FFF2-40B4-BE49-F238E27FC236}">
                  <a16:creationId xmlns:a16="http://schemas.microsoft.com/office/drawing/2014/main" id="{743E4BDC-65EE-7C43-9BA1-42DB3F912C29}"/>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6585372" y="1351157"/>
              <a:ext cx="3136056" cy="2783250"/>
            </a:xfrm>
            <a:prstGeom prst="rect">
              <a:avLst/>
            </a:prstGeom>
          </p:spPr>
        </p:pic>
        <p:sp>
          <p:nvSpPr>
            <p:cNvPr id="20" name="Rectangle 19">
              <a:extLst>
                <a:ext uri="{FF2B5EF4-FFF2-40B4-BE49-F238E27FC236}">
                  <a16:creationId xmlns:a16="http://schemas.microsoft.com/office/drawing/2014/main" id="{09262D6D-5EB8-A84F-B47B-1E759B295ABC}"/>
                </a:ext>
              </a:extLst>
            </p:cNvPr>
            <p:cNvSpPr/>
            <p:nvPr/>
          </p:nvSpPr>
          <p:spPr>
            <a:xfrm>
              <a:off x="5867400" y="4081486"/>
              <a:ext cx="5486400" cy="2031325"/>
            </a:xfrm>
            <a:prstGeom prst="rect">
              <a:avLst/>
            </a:prstGeom>
          </p:spPr>
          <p:txBody>
            <a:bodyPr wrap="square">
              <a:spAutoFit/>
            </a:bodyPr>
            <a:lstStyle/>
            <a:p>
              <a:r>
                <a:rPr lang="en-US" dirty="0"/>
                <a:t>To avoid the following risks:</a:t>
              </a:r>
            </a:p>
            <a:p>
              <a:pPr marL="342900" indent="-342900">
                <a:buFont typeface="Arial" panose="020B0604020202020204" pitchFamily="34" charset="0"/>
                <a:buChar char="•"/>
              </a:pPr>
              <a:r>
                <a:rPr lang="en-US" dirty="0"/>
                <a:t>IBM not being paid for work performed.</a:t>
              </a:r>
            </a:p>
            <a:p>
              <a:pPr marL="342900" indent="-342900">
                <a:buFont typeface="Arial" panose="020B0604020202020204" pitchFamily="34" charset="0"/>
                <a:buChar char="•"/>
              </a:pPr>
              <a:r>
                <a:rPr lang="en-US" dirty="0"/>
                <a:t>No protection of our intellectual property and no limitation on our liabilities.</a:t>
              </a:r>
            </a:p>
            <a:p>
              <a:pPr marL="342900" indent="-342900">
                <a:buFont typeface="Arial" panose="020B0604020202020204" pitchFamily="34" charset="0"/>
                <a:buChar char="•"/>
              </a:pPr>
              <a:r>
                <a:rPr lang="en-US" dirty="0"/>
                <a:t>Potential mismatch of IBM and Customer expectations, leading to disputes and low customer satisfaction.</a:t>
              </a:r>
            </a:p>
          </p:txBody>
        </p:sp>
      </p:grpSp>
      <p:pic>
        <p:nvPicPr>
          <p:cNvPr id="3" name="CM Slide 5 Change Management Objectives.m4a" descr="CM Slide 5 Change Management Objectives.m4a">
            <a:hlinkClick r:id="" action="ppaction://media"/>
            <a:extLst>
              <a:ext uri="{FF2B5EF4-FFF2-40B4-BE49-F238E27FC236}">
                <a16:creationId xmlns:a16="http://schemas.microsoft.com/office/drawing/2014/main" id="{877451F4-B55F-7441-9E6E-09D4C8DB811A}"/>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127014" y="5592536"/>
            <a:ext cx="812800" cy="812800"/>
          </a:xfrm>
          <a:prstGeom prst="rect">
            <a:avLst/>
          </a:prstGeom>
        </p:spPr>
      </p:pic>
    </p:spTree>
    <p:extLst>
      <p:ext uri="{BB962C8B-B14F-4D97-AF65-F5344CB8AC3E}">
        <p14:creationId xmlns:p14="http://schemas.microsoft.com/office/powerpoint/2010/main" val="2179968159"/>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40" fill="hold"/>
                                        <p:tgtEl>
                                          <p:spTgt spid="3"/>
                                        </p:tgtEl>
                                      </p:cBhvr>
                                    </p:cmd>
                                  </p:childTnLst>
                                </p:cTn>
                              </p:par>
                              <p:par>
                                <p:cTn id="7" presetID="42" presetClass="entr" presetSubtype="0" fill="hold" nodeType="withEffect">
                                  <p:stCondLst>
                                    <p:cond delay="200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1000"/>
                                        <p:tgtEl>
                                          <p:spTgt spid="4"/>
                                        </p:tgtEl>
                                      </p:cBhvr>
                                    </p:animEffect>
                                    <p:anim calcmode="lin" valueType="num">
                                      <p:cBhvr>
                                        <p:cTn id="10" dur="1000" fill="hold"/>
                                        <p:tgtEl>
                                          <p:spTgt spid="4"/>
                                        </p:tgtEl>
                                        <p:attrNameLst>
                                          <p:attrName>ppt_x</p:attrName>
                                        </p:attrNameLst>
                                      </p:cBhvr>
                                      <p:tavLst>
                                        <p:tav tm="0">
                                          <p:val>
                                            <p:strVal val="#ppt_x"/>
                                          </p:val>
                                        </p:tav>
                                        <p:tav tm="100000">
                                          <p:val>
                                            <p:strVal val="#ppt_x"/>
                                          </p:val>
                                        </p:tav>
                                      </p:tavLst>
                                    </p:anim>
                                    <p:anim calcmode="lin" valueType="num">
                                      <p:cBhvr>
                                        <p:cTn id="11" dur="1000" fill="hold"/>
                                        <p:tgtEl>
                                          <p:spTgt spid="4"/>
                                        </p:tgtEl>
                                        <p:attrNameLst>
                                          <p:attrName>ppt_y</p:attrName>
                                        </p:attrNameLst>
                                      </p:cBhvr>
                                      <p:tavLst>
                                        <p:tav tm="0">
                                          <p:val>
                                            <p:strVal val="#ppt_y+.1"/>
                                          </p:val>
                                        </p:tav>
                                        <p:tav tm="100000">
                                          <p:val>
                                            <p:strVal val="#ppt_y"/>
                                          </p:val>
                                        </p:tav>
                                      </p:tavLst>
                                    </p:anim>
                                  </p:childTnLst>
                                </p:cTn>
                              </p:par>
                              <p:par>
                                <p:cTn id="12" presetID="47" presetClass="entr" presetSubtype="0" fill="hold" nodeType="withEffect">
                                  <p:stCondLst>
                                    <p:cond delay="110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6</a:t>
            </a:fld>
            <a:endParaRPr lang="en-US"/>
          </a:p>
        </p:txBody>
      </p:sp>
      <p:sp>
        <p:nvSpPr>
          <p:cNvPr id="11" name="Rectangle 10">
            <a:extLst>
              <a:ext uri="{FF2B5EF4-FFF2-40B4-BE49-F238E27FC236}">
                <a16:creationId xmlns:a16="http://schemas.microsoft.com/office/drawing/2014/main" id="{8EF51C56-BEF0-D442-868F-0F786C0352A5}"/>
              </a:ext>
            </a:extLst>
          </p:cNvPr>
          <p:cNvSpPr/>
          <p:nvPr/>
        </p:nvSpPr>
        <p:spPr>
          <a:xfrm>
            <a:off x="4863161" y="1228959"/>
            <a:ext cx="6084239" cy="4560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t>Major Changes</a:t>
            </a:r>
          </a:p>
        </p:txBody>
      </p:sp>
      <p:sp>
        <p:nvSpPr>
          <p:cNvPr id="13" name="Rectangle 12">
            <a:extLst>
              <a:ext uri="{FF2B5EF4-FFF2-40B4-BE49-F238E27FC236}">
                <a16:creationId xmlns:a16="http://schemas.microsoft.com/office/drawing/2014/main" id="{3D982D5C-F7D8-A440-9BEF-E14302186859}"/>
              </a:ext>
            </a:extLst>
          </p:cNvPr>
          <p:cNvSpPr/>
          <p:nvPr/>
        </p:nvSpPr>
        <p:spPr>
          <a:xfrm>
            <a:off x="800076" y="2345995"/>
            <a:ext cx="6084239" cy="55340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Change in existing contract</a:t>
            </a:r>
          </a:p>
          <a:p>
            <a:r>
              <a:rPr lang="en-US" dirty="0">
                <a:solidFill>
                  <a:schemeClr val="tx1"/>
                </a:solidFill>
              </a:rPr>
              <a:t>Ex. Addition/deletion of process </a:t>
            </a:r>
          </a:p>
        </p:txBody>
      </p:sp>
      <p:sp>
        <p:nvSpPr>
          <p:cNvPr id="14" name="Rectangle 13">
            <a:extLst>
              <a:ext uri="{FF2B5EF4-FFF2-40B4-BE49-F238E27FC236}">
                <a16:creationId xmlns:a16="http://schemas.microsoft.com/office/drawing/2014/main" id="{2B96EE6D-117C-B944-981F-9694773BA120}"/>
              </a:ext>
            </a:extLst>
          </p:cNvPr>
          <p:cNvSpPr/>
          <p:nvPr/>
        </p:nvSpPr>
        <p:spPr>
          <a:xfrm>
            <a:off x="800074" y="3462964"/>
            <a:ext cx="6084239" cy="2555875"/>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PH" b="1" dirty="0">
                <a:solidFill>
                  <a:schemeClr val="tx1"/>
                </a:solidFill>
                <a:latin typeface="Calibri" panose="020F0502020204030204" pitchFamily="34" charset="0"/>
                <a:cs typeface="Calibri" panose="020F0502020204030204" pitchFamily="34" charset="0"/>
              </a:rPr>
              <a:t>Work at Risk</a:t>
            </a:r>
          </a:p>
          <a:p>
            <a:pPr lvl="0"/>
            <a:r>
              <a:rPr lang="en-PH" dirty="0">
                <a:solidFill>
                  <a:schemeClr val="tx1"/>
                </a:solidFill>
                <a:latin typeface="Calibri" panose="020F0502020204030204" pitchFamily="34" charset="0"/>
                <a:cs typeface="Calibri" panose="020F0502020204030204" pitchFamily="34" charset="0"/>
              </a:rPr>
              <a:t>Work or process being executed that is not covered by an existing contract, and with no signed PCR.</a:t>
            </a:r>
          </a:p>
          <a:p>
            <a:pPr lvl="1"/>
            <a:r>
              <a:rPr lang="en-PH" dirty="0">
                <a:solidFill>
                  <a:schemeClr val="tx1"/>
                </a:solidFill>
                <a:latin typeface="Calibri" panose="020F0502020204030204" pitchFamily="34" charset="0"/>
                <a:cs typeface="Calibri" panose="020F0502020204030204" pitchFamily="34" charset="0"/>
              </a:rPr>
              <a:t>Ex.</a:t>
            </a:r>
          </a:p>
          <a:p>
            <a:pPr marL="742950" lvl="1" indent="-285750">
              <a:buFont typeface="Wingdings" pitchFamily="2" charset="2"/>
              <a:buChar char="ü"/>
            </a:pPr>
            <a:r>
              <a:rPr lang="en-PH" dirty="0">
                <a:solidFill>
                  <a:schemeClr val="tx1"/>
                </a:solidFill>
                <a:latin typeface="Calibri" panose="020F0502020204030204" pitchFamily="34" charset="0"/>
                <a:cs typeface="Calibri" panose="020F0502020204030204" pitchFamily="34" charset="0"/>
              </a:rPr>
              <a:t>Hiring of employees already started without an existing approved contract</a:t>
            </a:r>
          </a:p>
          <a:p>
            <a:pPr marL="742950" lvl="1" indent="-285750">
              <a:buFont typeface="Wingdings" pitchFamily="2" charset="2"/>
              <a:buChar char="ü"/>
            </a:pPr>
            <a:r>
              <a:rPr lang="en-PH" dirty="0">
                <a:solidFill>
                  <a:schemeClr val="tx1"/>
                </a:solidFill>
                <a:latin typeface="Calibri" panose="020F0502020204030204" pitchFamily="34" charset="0"/>
                <a:cs typeface="Calibri" panose="020F0502020204030204" pitchFamily="34" charset="0"/>
              </a:rPr>
              <a:t>Employees traveling for KT without approved contract</a:t>
            </a:r>
          </a:p>
          <a:p>
            <a:pPr marL="742950" lvl="1" indent="-285750">
              <a:buFont typeface="Wingdings" pitchFamily="2" charset="2"/>
              <a:buChar char="ü"/>
            </a:pPr>
            <a:r>
              <a:rPr lang="en-PH" dirty="0">
                <a:solidFill>
                  <a:schemeClr val="tx1"/>
                </a:solidFill>
                <a:latin typeface="Calibri" panose="020F0502020204030204" pitchFamily="34" charset="0"/>
                <a:cs typeface="Calibri" panose="020F0502020204030204" pitchFamily="34" charset="0"/>
              </a:rPr>
              <a:t>Process executed outside of the contract with impact to cost or revenue baseline </a:t>
            </a:r>
          </a:p>
        </p:txBody>
      </p:sp>
      <p:sp>
        <p:nvSpPr>
          <p:cNvPr id="15" name="Rectangle 14">
            <a:extLst>
              <a:ext uri="{FF2B5EF4-FFF2-40B4-BE49-F238E27FC236}">
                <a16:creationId xmlns:a16="http://schemas.microsoft.com/office/drawing/2014/main" id="{25CE1A8E-2CF7-284F-A6B1-F9039E05C149}"/>
              </a:ext>
            </a:extLst>
          </p:cNvPr>
          <p:cNvSpPr/>
          <p:nvPr/>
        </p:nvSpPr>
        <p:spPr>
          <a:xfrm>
            <a:off x="800075" y="2909563"/>
            <a:ext cx="6084239" cy="55340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PH" dirty="0">
                <a:solidFill>
                  <a:schemeClr val="tx1"/>
                </a:solidFill>
                <a:latin typeface="Calibri" panose="020F0502020204030204" pitchFamily="34" charset="0"/>
                <a:cs typeface="Calibri" panose="020F0502020204030204" pitchFamily="34" charset="0"/>
              </a:rPr>
              <a:t>Change in Process as a result of </a:t>
            </a:r>
            <a:r>
              <a:rPr lang="en-PH" b="1" dirty="0">
                <a:solidFill>
                  <a:schemeClr val="tx1"/>
                </a:solidFill>
                <a:latin typeface="Calibri" panose="020F0502020204030204" pitchFamily="34" charset="0"/>
                <a:cs typeface="Calibri" panose="020F0502020204030204" pitchFamily="34" charset="0"/>
              </a:rPr>
              <a:t>process improvement</a:t>
            </a:r>
          </a:p>
          <a:p>
            <a:pPr lvl="0"/>
            <a:r>
              <a:rPr lang="en-PH" dirty="0">
                <a:solidFill>
                  <a:schemeClr val="tx1"/>
                </a:solidFill>
                <a:latin typeface="Calibri" panose="020F0502020204030204" pitchFamily="34" charset="0"/>
                <a:cs typeface="Calibri" panose="020F0502020204030204" pitchFamily="34" charset="0"/>
              </a:rPr>
              <a:t>Ex. Automation, process re-engineering</a:t>
            </a:r>
          </a:p>
        </p:txBody>
      </p:sp>
      <p:pic>
        <p:nvPicPr>
          <p:cNvPr id="20" name="Picture 19" descr="A black sign with white text&#10;&#10;Description automatically generated">
            <a:extLst>
              <a:ext uri="{FF2B5EF4-FFF2-40B4-BE49-F238E27FC236}">
                <a16:creationId xmlns:a16="http://schemas.microsoft.com/office/drawing/2014/main" id="{C75F490D-2B3F-CC4E-9D9D-DD9D100B003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00076" y="839161"/>
            <a:ext cx="3126333" cy="1200475"/>
          </a:xfrm>
          <a:prstGeom prst="rect">
            <a:avLst/>
          </a:prstGeom>
        </p:spPr>
      </p:pic>
      <p:pic>
        <p:nvPicPr>
          <p:cNvPr id="2" name="CM Slide 6 Major Changes.m4a" descr="CM Slide 6 Major Changes.m4a">
            <a:hlinkClick r:id="" action="ppaction://media"/>
            <a:extLst>
              <a:ext uri="{FF2B5EF4-FFF2-40B4-BE49-F238E27FC236}">
                <a16:creationId xmlns:a16="http://schemas.microsoft.com/office/drawing/2014/main" id="{BD521E06-1FCC-5B43-B5A0-80BE16331FE9}"/>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658938"/>
            <a:ext cx="812800" cy="812800"/>
          </a:xfrm>
          <a:prstGeom prst="rect">
            <a:avLst/>
          </a:prstGeom>
        </p:spPr>
      </p:pic>
      <p:sp>
        <p:nvSpPr>
          <p:cNvPr id="10" name="Rectangle 9">
            <a:extLst>
              <a:ext uri="{FF2B5EF4-FFF2-40B4-BE49-F238E27FC236}">
                <a16:creationId xmlns:a16="http://schemas.microsoft.com/office/drawing/2014/main" id="{1452BF71-2715-474C-B53D-00496243F841}"/>
              </a:ext>
            </a:extLst>
          </p:cNvPr>
          <p:cNvSpPr/>
          <p:nvPr/>
        </p:nvSpPr>
        <p:spPr>
          <a:xfrm>
            <a:off x="7694535" y="3252320"/>
            <a:ext cx="3252865" cy="153676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PH" sz="2000" b="1" dirty="0">
                <a:solidFill>
                  <a:schemeClr val="tx1"/>
                </a:solidFill>
                <a:latin typeface="Calibri" panose="020F0502020204030204" pitchFamily="34" charset="0"/>
                <a:cs typeface="Calibri" panose="020F0502020204030204" pitchFamily="34" charset="0"/>
              </a:rPr>
              <a:t>Required </a:t>
            </a:r>
            <a:r>
              <a:rPr lang="en-PH" sz="2000" dirty="0">
                <a:solidFill>
                  <a:schemeClr val="tx1"/>
                </a:solidFill>
                <a:latin typeface="Calibri" panose="020F0502020204030204" pitchFamily="34" charset="0"/>
                <a:cs typeface="Calibri" panose="020F0502020204030204" pitchFamily="34" charset="0"/>
              </a:rPr>
              <a:t>to be logged in</a:t>
            </a:r>
          </a:p>
          <a:p>
            <a:pPr lvl="0" algn="ctr"/>
            <a:r>
              <a:rPr lang="en-PH" sz="2000" dirty="0">
                <a:solidFill>
                  <a:schemeClr val="tx1"/>
                </a:solidFill>
                <a:latin typeface="Calibri" panose="020F0502020204030204" pitchFamily="34" charset="0"/>
                <a:cs typeface="Calibri" panose="020F0502020204030204" pitchFamily="34" charset="0"/>
              </a:rPr>
              <a:t>MDC Percolator</a:t>
            </a:r>
          </a:p>
        </p:txBody>
      </p:sp>
    </p:spTree>
    <p:extLst>
      <p:ext uri="{BB962C8B-B14F-4D97-AF65-F5344CB8AC3E}">
        <p14:creationId xmlns:p14="http://schemas.microsoft.com/office/powerpoint/2010/main" val="21455102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ageCurlDoubl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200" fill="hold"/>
                                        <p:tgtEl>
                                          <p:spTgt spid="2"/>
                                        </p:tgtEl>
                                      </p:cBhvr>
                                    </p:cmd>
                                  </p:childTnLst>
                                </p:cTn>
                              </p:par>
                              <p:par>
                                <p:cTn id="7" presetID="3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anim calcmode="lin" valueType="num">
                                      <p:cBhvr>
                                        <p:cTn id="9" dur="3000" fill="hold"/>
                                        <p:tgtEl>
                                          <p:spTgt spid="20"/>
                                        </p:tgtEl>
                                        <p:attrNameLst>
                                          <p:attrName>ppt_w</p:attrName>
                                        </p:attrNameLst>
                                      </p:cBhvr>
                                      <p:tavLst>
                                        <p:tav tm="0">
                                          <p:val>
                                            <p:fltVal val="0"/>
                                          </p:val>
                                        </p:tav>
                                        <p:tav tm="100000">
                                          <p:val>
                                            <p:strVal val="#ppt_w"/>
                                          </p:val>
                                        </p:tav>
                                      </p:tavLst>
                                    </p:anim>
                                    <p:anim calcmode="lin" valueType="num">
                                      <p:cBhvr>
                                        <p:cTn id="10" dur="3000" fill="hold"/>
                                        <p:tgtEl>
                                          <p:spTgt spid="20"/>
                                        </p:tgtEl>
                                        <p:attrNameLst>
                                          <p:attrName>ppt_h</p:attrName>
                                        </p:attrNameLst>
                                      </p:cBhvr>
                                      <p:tavLst>
                                        <p:tav tm="0">
                                          <p:val>
                                            <p:fltVal val="0"/>
                                          </p:val>
                                        </p:tav>
                                        <p:tav tm="100000">
                                          <p:val>
                                            <p:strVal val="#ppt_h"/>
                                          </p:val>
                                        </p:tav>
                                      </p:tavLst>
                                    </p:anim>
                                    <p:anim calcmode="lin" valueType="num">
                                      <p:cBhvr>
                                        <p:cTn id="11" dur="3000" fill="hold"/>
                                        <p:tgtEl>
                                          <p:spTgt spid="20"/>
                                        </p:tgtEl>
                                        <p:attrNameLst>
                                          <p:attrName>style.rotation</p:attrName>
                                        </p:attrNameLst>
                                      </p:cBhvr>
                                      <p:tavLst>
                                        <p:tav tm="0">
                                          <p:val>
                                            <p:fltVal val="90"/>
                                          </p:val>
                                        </p:tav>
                                        <p:tav tm="100000">
                                          <p:val>
                                            <p:fltVal val="0"/>
                                          </p:val>
                                        </p:tav>
                                      </p:tavLst>
                                    </p:anim>
                                    <p:animEffect transition="in" filter="fade">
                                      <p:cBhvr>
                                        <p:cTn id="12" dur="3000"/>
                                        <p:tgtEl>
                                          <p:spTgt spid="20"/>
                                        </p:tgtEl>
                                      </p:cBhvr>
                                    </p:animEffect>
                                  </p:childTnLst>
                                </p:cTn>
                              </p:par>
                              <p:par>
                                <p:cTn id="13" presetID="3" presetClass="entr" presetSubtype="10" fill="hold" grpId="0" nodeType="withEffect">
                                  <p:stCondLst>
                                    <p:cond delay="1300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1" presetClass="entr" presetSubtype="0" fill="hold" grpId="0" nodeType="withEffect">
                                  <p:stCondLst>
                                    <p:cond delay="1400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22000"/>
                                  </p:stCondLst>
                                  <p:childTnLst>
                                    <p:set>
                                      <p:cBhvr>
                                        <p:cTn id="19"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3300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59000"/>
                                  </p:stCondLst>
                                  <p:childTnLst>
                                    <p:set>
                                      <p:cBhvr>
                                        <p:cTn id="23" dur="1" fill="hold">
                                          <p:stCondLst>
                                            <p:cond delay="0"/>
                                          </p:stCondLst>
                                        </p:cTn>
                                        <p:tgtEl>
                                          <p:spTgt spid="10"/>
                                        </p:tgtEl>
                                        <p:attrNameLst>
                                          <p:attrName>style.visibility</p:attrName>
                                        </p:attrNameLst>
                                      </p:cBhvr>
                                      <p:to>
                                        <p:strVal val="visible"/>
                                      </p:to>
                                    </p:set>
                                  </p:childTnLst>
                                </p:cTn>
                              </p:par>
                              <p:par>
                                <p:cTn id="24" presetID="26" presetClass="emph" presetSubtype="0" repeatCount="3000" fill="hold" grpId="1" nodeType="withEffect">
                                  <p:stCondLst>
                                    <p:cond delay="59000"/>
                                  </p:stCondLst>
                                  <p:childTnLst>
                                    <p:animEffect transition="out" filter="fade">
                                      <p:cBhvr>
                                        <p:cTn id="25" dur="500" tmFilter="0, 0; .2, .5; .8, .5; 1, 0"/>
                                        <p:tgtEl>
                                          <p:spTgt spid="10"/>
                                        </p:tgtEl>
                                      </p:cBhvr>
                                    </p:animEffect>
                                    <p:animScale>
                                      <p:cBhvr>
                                        <p:cTn id="26"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7" fill="hold" display="0">
                  <p:stCondLst>
                    <p:cond delay="indefinite"/>
                  </p:stCondLst>
                  <p:endCondLst>
                    <p:cond evt="onStopAudio" delay="0">
                      <p:tgtEl>
                        <p:sldTgt/>
                      </p:tgtEl>
                    </p:cond>
                  </p:endCondLst>
                </p:cTn>
                <p:tgtEl>
                  <p:spTgt spid="2"/>
                </p:tgtEl>
              </p:cMediaNode>
            </p:audio>
          </p:childTnLst>
        </p:cTn>
      </p:par>
    </p:tnLst>
    <p:bldLst>
      <p:bldP spid="11" grpId="0" animBg="1"/>
      <p:bldP spid="13" grpId="0" animBg="1"/>
      <p:bldP spid="14" grpId="0" animBg="1"/>
      <p:bldP spid="15" grpId="0" animBg="1"/>
      <p:bldP spid="10" grpId="0" animBg="1"/>
      <p:bldP spid="10"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7</a:t>
            </a:fld>
            <a:endParaRPr lang="en-US"/>
          </a:p>
        </p:txBody>
      </p:sp>
      <p:sp>
        <p:nvSpPr>
          <p:cNvPr id="12" name="Rectangle 11">
            <a:extLst>
              <a:ext uri="{FF2B5EF4-FFF2-40B4-BE49-F238E27FC236}">
                <a16:creationId xmlns:a16="http://schemas.microsoft.com/office/drawing/2014/main" id="{93C0813A-FEFB-704F-810C-CF7F45EA0C0E}"/>
              </a:ext>
            </a:extLst>
          </p:cNvPr>
          <p:cNvSpPr/>
          <p:nvPr/>
        </p:nvSpPr>
        <p:spPr>
          <a:xfrm>
            <a:off x="5329224" y="1422811"/>
            <a:ext cx="5618176"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t>Minor Changes</a:t>
            </a:r>
          </a:p>
        </p:txBody>
      </p:sp>
      <p:sp>
        <p:nvSpPr>
          <p:cNvPr id="17" name="Rectangle 16">
            <a:extLst>
              <a:ext uri="{FF2B5EF4-FFF2-40B4-BE49-F238E27FC236}">
                <a16:creationId xmlns:a16="http://schemas.microsoft.com/office/drawing/2014/main" id="{B742F477-FB6B-6843-B624-0247CB48AAEE}"/>
              </a:ext>
            </a:extLst>
          </p:cNvPr>
          <p:cNvSpPr/>
          <p:nvPr/>
        </p:nvSpPr>
        <p:spPr>
          <a:xfrm>
            <a:off x="1558046" y="2980744"/>
            <a:ext cx="5618175" cy="94879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PH" b="1" dirty="0">
                <a:solidFill>
                  <a:schemeClr val="tx1"/>
                </a:solidFill>
                <a:latin typeface="Calibri" panose="020F0502020204030204" pitchFamily="34" charset="0"/>
                <a:cs typeface="Calibri" panose="020F0502020204030204" pitchFamily="34" charset="0"/>
              </a:rPr>
              <a:t>Simple Change/s in Process Flow </a:t>
            </a:r>
          </a:p>
          <a:p>
            <a:pPr lvl="1">
              <a:defRPr/>
            </a:pPr>
            <a:r>
              <a:rPr lang="en-PH" dirty="0">
                <a:solidFill>
                  <a:schemeClr val="tx1"/>
                </a:solidFill>
                <a:latin typeface="Calibri" panose="020F0502020204030204" pitchFamily="34" charset="0"/>
                <a:cs typeface="Calibri" panose="020F0502020204030204" pitchFamily="34" charset="0"/>
              </a:rPr>
              <a:t>Ex. Change in hyper-link, change in template attachment, correction of text in DTP, etc.</a:t>
            </a:r>
          </a:p>
        </p:txBody>
      </p:sp>
      <p:sp>
        <p:nvSpPr>
          <p:cNvPr id="18" name="Rectangle 17">
            <a:extLst>
              <a:ext uri="{FF2B5EF4-FFF2-40B4-BE49-F238E27FC236}">
                <a16:creationId xmlns:a16="http://schemas.microsoft.com/office/drawing/2014/main" id="{5272D7DB-D92E-AD4C-B1F7-D082D746AF97}"/>
              </a:ext>
            </a:extLst>
          </p:cNvPr>
          <p:cNvSpPr/>
          <p:nvPr/>
        </p:nvSpPr>
        <p:spPr>
          <a:xfrm>
            <a:off x="1558047" y="3918748"/>
            <a:ext cx="5618174" cy="94879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PH" b="1" dirty="0">
                <a:solidFill>
                  <a:schemeClr val="tx1"/>
                </a:solidFill>
                <a:latin typeface="Calibri" panose="020F0502020204030204" pitchFamily="34" charset="0"/>
                <a:cs typeface="Calibri" panose="020F0502020204030204" pitchFamily="34" charset="0"/>
              </a:rPr>
              <a:t>Ad hoc Requests </a:t>
            </a:r>
          </a:p>
          <a:p>
            <a:pPr lvl="1">
              <a:defRPr/>
            </a:pPr>
            <a:r>
              <a:rPr lang="en-PH" dirty="0">
                <a:solidFill>
                  <a:schemeClr val="tx1"/>
                </a:solidFill>
                <a:latin typeface="Calibri" panose="020F0502020204030204" pitchFamily="34" charset="0"/>
                <a:cs typeface="Calibri" panose="020F0502020204030204" pitchFamily="34" charset="0"/>
              </a:rPr>
              <a:t>Ex. One-time request only, non-recurring, and not needed on a regular basis.</a:t>
            </a:r>
          </a:p>
        </p:txBody>
      </p:sp>
      <p:sp>
        <p:nvSpPr>
          <p:cNvPr id="19" name="Rectangle 18">
            <a:extLst>
              <a:ext uri="{FF2B5EF4-FFF2-40B4-BE49-F238E27FC236}">
                <a16:creationId xmlns:a16="http://schemas.microsoft.com/office/drawing/2014/main" id="{158C36B8-0EF2-D245-8BA3-BE0794AE2101}"/>
              </a:ext>
            </a:extLst>
          </p:cNvPr>
          <p:cNvSpPr/>
          <p:nvPr/>
        </p:nvSpPr>
        <p:spPr>
          <a:xfrm>
            <a:off x="7600014" y="3381963"/>
            <a:ext cx="2908090" cy="119779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PH" b="1" dirty="0">
                <a:solidFill>
                  <a:schemeClr val="tx1"/>
                </a:solidFill>
                <a:latin typeface="Calibri" panose="020F0502020204030204" pitchFamily="34" charset="0"/>
                <a:cs typeface="Calibri" panose="020F0502020204030204" pitchFamily="34" charset="0"/>
              </a:rPr>
              <a:t>Not required </a:t>
            </a:r>
            <a:r>
              <a:rPr lang="en-PH" dirty="0">
                <a:solidFill>
                  <a:schemeClr val="tx1"/>
                </a:solidFill>
                <a:latin typeface="Calibri" panose="020F0502020204030204" pitchFamily="34" charset="0"/>
                <a:cs typeface="Calibri" panose="020F0502020204030204" pitchFamily="34" charset="0"/>
              </a:rPr>
              <a:t>to be logged in MDC Percolator</a:t>
            </a:r>
          </a:p>
        </p:txBody>
      </p:sp>
      <p:pic>
        <p:nvPicPr>
          <p:cNvPr id="20" name="Picture 19" descr="A black sign with white text&#10;&#10;Description automatically generated">
            <a:extLst>
              <a:ext uri="{FF2B5EF4-FFF2-40B4-BE49-F238E27FC236}">
                <a16:creationId xmlns:a16="http://schemas.microsoft.com/office/drawing/2014/main" id="{C75F490D-2B3F-CC4E-9D9D-DD9D100B003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116364" y="1005137"/>
            <a:ext cx="3126333" cy="1200475"/>
          </a:xfrm>
          <a:prstGeom prst="rect">
            <a:avLst/>
          </a:prstGeom>
        </p:spPr>
      </p:pic>
      <p:pic>
        <p:nvPicPr>
          <p:cNvPr id="2" name="CM Slide 7 Minor Changes.m4a" descr="CM Slide 7 Minor Changes.m4a">
            <a:hlinkClick r:id="" action="ppaction://media"/>
            <a:extLst>
              <a:ext uri="{FF2B5EF4-FFF2-40B4-BE49-F238E27FC236}">
                <a16:creationId xmlns:a16="http://schemas.microsoft.com/office/drawing/2014/main" id="{DC09F25E-E615-AB4A-9FB9-7D8EFF1378B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543550"/>
            <a:ext cx="812800" cy="812800"/>
          </a:xfrm>
          <a:prstGeom prst="rect">
            <a:avLst/>
          </a:prstGeom>
        </p:spPr>
      </p:pic>
    </p:spTree>
    <p:extLst>
      <p:ext uri="{BB962C8B-B14F-4D97-AF65-F5344CB8AC3E}">
        <p14:creationId xmlns:p14="http://schemas.microsoft.com/office/powerpoint/2010/main" val="359122456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93"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12"/>
                                        </p:tgtEl>
                                        <p:attrNameLst>
                                          <p:attrName>style.visibility</p:attrName>
                                        </p:attrNameLst>
                                      </p:cBhvr>
                                      <p:to>
                                        <p:strVal val="visible"/>
                                      </p:to>
                                    </p:set>
                                    <p:animEffect transition="in" filter="blinds(horizontal)">
                                      <p:cBhvr>
                                        <p:cTn id="9" dur="500"/>
                                        <p:tgtEl>
                                          <p:spTgt spid="12"/>
                                        </p:tgtEl>
                                      </p:cBhvr>
                                    </p:animEffect>
                                  </p:childTnLst>
                                </p:cTn>
                              </p:par>
                              <p:par>
                                <p:cTn id="10" presetID="1" presetClass="entr" presetSubtype="0" fill="hold" grpId="0" nodeType="withEffect">
                                  <p:stCondLst>
                                    <p:cond delay="300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grpId="0" nodeType="withEffect">
                                  <p:stCondLst>
                                    <p:cond delay="13000"/>
                                  </p:stCondLst>
                                  <p:childTnLst>
                                    <p:set>
                                      <p:cBhvr>
                                        <p:cTn id="13" dur="1" fill="hold">
                                          <p:stCondLst>
                                            <p:cond delay="0"/>
                                          </p:stCondLst>
                                        </p:cTn>
                                        <p:tgtEl>
                                          <p:spTgt spid="18"/>
                                        </p:tgtEl>
                                        <p:attrNameLst>
                                          <p:attrName>style.visibility</p:attrName>
                                        </p:attrNameLst>
                                      </p:cBhvr>
                                      <p:to>
                                        <p:strVal val="visible"/>
                                      </p:to>
                                    </p:set>
                                  </p:childTnLst>
                                </p:cTn>
                              </p:par>
                              <p:par>
                                <p:cTn id="14" presetID="3" presetClass="entr" presetSubtype="10" fill="hold" grpId="0" nodeType="withEffect">
                                  <p:stCondLst>
                                    <p:cond delay="32000"/>
                                  </p:stCondLst>
                                  <p:childTnLst>
                                    <p:set>
                                      <p:cBhvr>
                                        <p:cTn id="15" dur="1" fill="hold">
                                          <p:stCondLst>
                                            <p:cond delay="0"/>
                                          </p:stCondLst>
                                        </p:cTn>
                                        <p:tgtEl>
                                          <p:spTgt spid="19"/>
                                        </p:tgtEl>
                                        <p:attrNameLst>
                                          <p:attrName>style.visibility</p:attrName>
                                        </p:attrNameLst>
                                      </p:cBhvr>
                                      <p:to>
                                        <p:strVal val="visible"/>
                                      </p:to>
                                    </p:set>
                                    <p:animEffect transition="in" filter="blinds(horizontal)">
                                      <p:cBhvr>
                                        <p:cTn id="16" dur="500"/>
                                        <p:tgtEl>
                                          <p:spTgt spid="19"/>
                                        </p:tgtEl>
                                      </p:cBhvr>
                                    </p:animEffect>
                                  </p:childTnLst>
                                </p:cTn>
                              </p:par>
                              <p:par>
                                <p:cTn id="17" presetID="26" presetClass="emph" presetSubtype="0" repeatCount="3000" fill="hold" grpId="1" nodeType="withEffect">
                                  <p:stCondLst>
                                    <p:cond delay="32000"/>
                                  </p:stCondLst>
                                  <p:childTnLst>
                                    <p:animEffect transition="out" filter="fade">
                                      <p:cBhvr>
                                        <p:cTn id="18" dur="500" tmFilter="0, 0; .2, .5; .8, .5; 1, 0"/>
                                        <p:tgtEl>
                                          <p:spTgt spid="19"/>
                                        </p:tgtEl>
                                      </p:cBhvr>
                                    </p:animEffect>
                                    <p:animScale>
                                      <p:cBhvr>
                                        <p:cTn id="19"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2"/>
                </p:tgtEl>
              </p:cMediaNode>
            </p:audio>
          </p:childTnLst>
        </p:cTn>
      </p:par>
    </p:tnLst>
    <p:bldLst>
      <p:bldP spid="12" grpId="0" animBg="1"/>
      <p:bldP spid="17" grpId="0" animBg="1"/>
      <p:bldP spid="18" grpId="0" animBg="1"/>
      <p:bldP spid="19" grpId="0" animBg="1"/>
      <p:bldP spid="1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8</a:t>
            </a:fld>
            <a:endParaRPr lang="en-US"/>
          </a:p>
        </p:txBody>
      </p:sp>
      <p:pic>
        <p:nvPicPr>
          <p:cNvPr id="10" name="Picture 9" descr="A picture containing ball, room, table&#10;&#10;Description automatically generated">
            <a:extLst>
              <a:ext uri="{FF2B5EF4-FFF2-40B4-BE49-F238E27FC236}">
                <a16:creationId xmlns:a16="http://schemas.microsoft.com/office/drawing/2014/main" id="{25BF84DC-469A-7641-A8CA-E549B477B6E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610600" y="252420"/>
            <a:ext cx="3279648" cy="2188808"/>
          </a:xfrm>
          <a:prstGeom prst="rect">
            <a:avLst/>
          </a:prstGeom>
        </p:spPr>
      </p:pic>
      <p:sp>
        <p:nvSpPr>
          <p:cNvPr id="11" name="TextBox 10">
            <a:extLst>
              <a:ext uri="{FF2B5EF4-FFF2-40B4-BE49-F238E27FC236}">
                <a16:creationId xmlns:a16="http://schemas.microsoft.com/office/drawing/2014/main" id="{B3B6E955-F913-EB4A-A3D7-A8B188734D60}"/>
              </a:ext>
            </a:extLst>
          </p:cNvPr>
          <p:cNvSpPr txBox="1"/>
          <p:nvPr/>
        </p:nvSpPr>
        <p:spPr>
          <a:xfrm>
            <a:off x="4875691" y="3361972"/>
            <a:ext cx="2440617" cy="2585323"/>
          </a:xfrm>
          <a:prstGeom prst="rect">
            <a:avLst/>
          </a:prstGeom>
          <a:noFill/>
        </p:spPr>
        <p:txBody>
          <a:bodyPr wrap="square" rtlCol="0">
            <a:spAutoFit/>
          </a:bodyPr>
          <a:lstStyle/>
          <a:p>
            <a:pPr marL="342900" indent="-342900">
              <a:buFontTx/>
              <a:buAutoNum type="alphaUcPeriod"/>
            </a:pPr>
            <a:r>
              <a:rPr lang="en-PH" dirty="0"/>
              <a:t>QMX	</a:t>
            </a:r>
          </a:p>
          <a:p>
            <a:pPr marL="342900" indent="-342900">
              <a:buFontTx/>
              <a:buAutoNum type="alphaUcPeriod"/>
            </a:pPr>
            <a:endParaRPr lang="en-PH" dirty="0"/>
          </a:p>
          <a:p>
            <a:pPr marL="342900" indent="-342900">
              <a:buFontTx/>
              <a:buAutoNum type="alphaUcPeriod"/>
            </a:pPr>
            <a:r>
              <a:rPr lang="en-PH" dirty="0"/>
              <a:t>MDC Percolator</a:t>
            </a:r>
          </a:p>
          <a:p>
            <a:pPr marL="342900" indent="-342900">
              <a:buFontTx/>
              <a:buAutoNum type="alphaUcPeriod"/>
            </a:pPr>
            <a:endParaRPr lang="en-PH" dirty="0"/>
          </a:p>
          <a:p>
            <a:pPr marL="342900" indent="-342900">
              <a:buFontTx/>
              <a:buAutoNum type="alphaUcPeriod"/>
            </a:pPr>
            <a:r>
              <a:rPr lang="en-PH" dirty="0"/>
              <a:t>w3 Page</a:t>
            </a:r>
          </a:p>
          <a:p>
            <a:pPr marL="342900" indent="-342900">
              <a:buFontTx/>
              <a:buAutoNum type="alphaUcPeriod"/>
            </a:pPr>
            <a:endParaRPr lang="en-PH" dirty="0"/>
          </a:p>
          <a:p>
            <a:pPr marL="342900" indent="-342900">
              <a:buFontTx/>
              <a:buAutoNum type="alphaUcPeriod"/>
            </a:pPr>
            <a:r>
              <a:rPr lang="en-PH" dirty="0" err="1"/>
              <a:t>Box@IBM</a:t>
            </a:r>
            <a:endParaRPr lang="en-PH" dirty="0"/>
          </a:p>
          <a:p>
            <a:pPr marL="342900" indent="-342900">
              <a:buFontTx/>
              <a:buAutoNum type="alphaUcPeriod"/>
            </a:pPr>
            <a:endParaRPr lang="en-PH" dirty="0"/>
          </a:p>
          <a:p>
            <a:pPr marL="342900" indent="-342900">
              <a:buFontTx/>
              <a:buAutoNum type="alphaUcPeriod"/>
            </a:pPr>
            <a:r>
              <a:rPr lang="en-PH" dirty="0"/>
              <a:t>IBM Notes</a:t>
            </a:r>
          </a:p>
        </p:txBody>
      </p:sp>
      <p:sp>
        <p:nvSpPr>
          <p:cNvPr id="12" name="TextBox 11">
            <a:extLst>
              <a:ext uri="{FF2B5EF4-FFF2-40B4-BE49-F238E27FC236}">
                <a16:creationId xmlns:a16="http://schemas.microsoft.com/office/drawing/2014/main" id="{1A3F267D-CE86-034A-AF41-83BA4C4E0F6E}"/>
              </a:ext>
            </a:extLst>
          </p:cNvPr>
          <p:cNvSpPr txBox="1"/>
          <p:nvPr/>
        </p:nvSpPr>
        <p:spPr>
          <a:xfrm>
            <a:off x="3413759" y="2049443"/>
            <a:ext cx="5364479" cy="646331"/>
          </a:xfrm>
          <a:prstGeom prst="rect">
            <a:avLst/>
          </a:prstGeom>
          <a:noFill/>
        </p:spPr>
        <p:txBody>
          <a:bodyPr wrap="square" rtlCol="0">
            <a:spAutoFit/>
          </a:bodyPr>
          <a:lstStyle/>
          <a:p>
            <a:pPr algn="ctr"/>
            <a:r>
              <a:rPr lang="en-PH" b="1" dirty="0"/>
              <a:t>What is the tool used for logging specific process changes?</a:t>
            </a:r>
          </a:p>
        </p:txBody>
      </p:sp>
      <p:sp>
        <p:nvSpPr>
          <p:cNvPr id="13" name="TextBox 12">
            <a:extLst>
              <a:ext uri="{FF2B5EF4-FFF2-40B4-BE49-F238E27FC236}">
                <a16:creationId xmlns:a16="http://schemas.microsoft.com/office/drawing/2014/main" id="{6BFCC464-CC58-3E40-951C-A95A673D1777}"/>
              </a:ext>
            </a:extLst>
          </p:cNvPr>
          <p:cNvSpPr txBox="1"/>
          <p:nvPr/>
        </p:nvSpPr>
        <p:spPr>
          <a:xfrm>
            <a:off x="3413760" y="1064899"/>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2" name="CM Slide 8 Q1.m4a" descr="CM Slide 8 Q1.m4a">
            <a:hlinkClick r:id="" action="ppaction://media"/>
            <a:extLst>
              <a:ext uri="{FF2B5EF4-FFF2-40B4-BE49-F238E27FC236}">
                <a16:creationId xmlns:a16="http://schemas.microsoft.com/office/drawing/2014/main" id="{4FFB2B07-E94F-544E-A82C-5D670192706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540895"/>
            <a:ext cx="812800" cy="812800"/>
          </a:xfrm>
          <a:prstGeom prst="rect">
            <a:avLst/>
          </a:prstGeom>
        </p:spPr>
      </p:pic>
    </p:spTree>
    <p:extLst>
      <p:ext uri="{BB962C8B-B14F-4D97-AF65-F5344CB8AC3E}">
        <p14:creationId xmlns:p14="http://schemas.microsoft.com/office/powerpoint/2010/main" val="699483187"/>
      </p:ext>
    </p:extLst>
  </p:cSld>
  <p:clrMapOvr>
    <a:masterClrMapping/>
  </p:clrMapOvr>
  <p:transition spd="slow" advClick="0" advTm="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562" fill="hold"/>
                                        <p:tgtEl>
                                          <p:spTgt spid="2"/>
                                        </p:tgtEl>
                                      </p:cBhvr>
                                    </p:cmd>
                                  </p:childTnLst>
                                </p:cTn>
                              </p:par>
                              <p:par>
                                <p:cTn id="7" presetID="3" presetClass="entr" presetSubtype="10" fill="hold" grpId="0" nodeType="withEffect">
                                  <p:stCondLst>
                                    <p:cond delay="8000"/>
                                  </p:stCondLst>
                                  <p:childTnLst>
                                    <p:set>
                                      <p:cBhvr>
                                        <p:cTn id="8" dur="1" fill="hold">
                                          <p:stCondLst>
                                            <p:cond delay="0"/>
                                          </p:stCondLst>
                                        </p:cTn>
                                        <p:tgtEl>
                                          <p:spTgt spid="12"/>
                                        </p:tgtEl>
                                        <p:attrNameLst>
                                          <p:attrName>style.visibility</p:attrName>
                                        </p:attrNameLst>
                                      </p:cBhvr>
                                      <p:to>
                                        <p:strVal val="visible"/>
                                      </p:to>
                                    </p:set>
                                    <p:animEffect transition="in" filter="blinds(horizontal)">
                                      <p:cBhvr>
                                        <p:cTn id="9" dur="500"/>
                                        <p:tgtEl>
                                          <p:spTgt spid="12"/>
                                        </p:tgtEl>
                                      </p:cBhvr>
                                    </p:animEffect>
                                  </p:childTnLst>
                                </p:cTn>
                              </p:par>
                              <p:par>
                                <p:cTn id="10" presetID="1" presetClass="entr" presetSubtype="0" fill="hold" nodeType="withEffect">
                                  <p:stCondLst>
                                    <p:cond delay="14000"/>
                                  </p:stCondLst>
                                  <p:childTnLst>
                                    <p:set>
                                      <p:cBhvr>
                                        <p:cTn id="11" dur="1" fill="hold">
                                          <p:stCondLst>
                                            <p:cond delay="0"/>
                                          </p:stCondLst>
                                        </p:cTn>
                                        <p:tgtEl>
                                          <p:spTgt spid="11">
                                            <p:txEl>
                                              <p:pRg st="0" end="0"/>
                                            </p:txEl>
                                          </p:spTgt>
                                        </p:tgtEl>
                                        <p:attrNameLst>
                                          <p:attrName>style.visibility</p:attrName>
                                        </p:attrNameLst>
                                      </p:cBhvr>
                                      <p:to>
                                        <p:strVal val="visible"/>
                                      </p:to>
                                    </p:set>
                                  </p:childTnLst>
                                </p:cTn>
                              </p:par>
                              <p:par>
                                <p:cTn id="12" presetID="1" presetClass="entr" presetSubtype="0" fill="hold" nodeType="withEffect">
                                  <p:stCondLst>
                                    <p:cond delay="17000"/>
                                  </p:stCondLst>
                                  <p:childTnLst>
                                    <p:set>
                                      <p:cBhvr>
                                        <p:cTn id="13" dur="1" fill="hold">
                                          <p:stCondLst>
                                            <p:cond delay="0"/>
                                          </p:stCondLst>
                                        </p:cTn>
                                        <p:tgtEl>
                                          <p:spTgt spid="11">
                                            <p:txEl>
                                              <p:pRg st="2" end="2"/>
                                            </p:txEl>
                                          </p:spTgt>
                                        </p:tgtEl>
                                        <p:attrNameLst>
                                          <p:attrName>style.visibility</p:attrName>
                                        </p:attrNameLst>
                                      </p:cBhvr>
                                      <p:to>
                                        <p:strVal val="visible"/>
                                      </p:to>
                                    </p:set>
                                  </p:childTnLst>
                                </p:cTn>
                              </p:par>
                              <p:par>
                                <p:cTn id="14" presetID="1" presetClass="entr" presetSubtype="0" fill="hold" nodeType="withEffect">
                                  <p:stCondLst>
                                    <p:cond delay="19000"/>
                                  </p:stCondLst>
                                  <p:childTnLst>
                                    <p:set>
                                      <p:cBhvr>
                                        <p:cTn id="15" dur="1" fill="hold">
                                          <p:stCondLst>
                                            <p:cond delay="0"/>
                                          </p:stCondLst>
                                        </p:cTn>
                                        <p:tgtEl>
                                          <p:spTgt spid="11">
                                            <p:txEl>
                                              <p:pRg st="4" end="4"/>
                                            </p:txEl>
                                          </p:spTgt>
                                        </p:tgtEl>
                                        <p:attrNameLst>
                                          <p:attrName>style.visibility</p:attrName>
                                        </p:attrNameLst>
                                      </p:cBhvr>
                                      <p:to>
                                        <p:strVal val="visible"/>
                                      </p:to>
                                    </p:set>
                                  </p:childTnLst>
                                </p:cTn>
                              </p:par>
                              <p:par>
                                <p:cTn id="16" presetID="1" presetClass="entr" presetSubtype="0" fill="hold" nodeType="withEffect">
                                  <p:stCondLst>
                                    <p:cond delay="22000"/>
                                  </p:stCondLst>
                                  <p:childTnLst>
                                    <p:set>
                                      <p:cBhvr>
                                        <p:cTn id="17" dur="1" fill="hold">
                                          <p:stCondLst>
                                            <p:cond delay="0"/>
                                          </p:stCondLst>
                                        </p:cTn>
                                        <p:tgtEl>
                                          <p:spTgt spid="11">
                                            <p:txEl>
                                              <p:pRg st="6" end="6"/>
                                            </p:txEl>
                                          </p:spTgt>
                                        </p:tgtEl>
                                        <p:attrNameLst>
                                          <p:attrName>style.visibility</p:attrName>
                                        </p:attrNameLst>
                                      </p:cBhvr>
                                      <p:to>
                                        <p:strVal val="visible"/>
                                      </p:to>
                                    </p:set>
                                  </p:childTnLst>
                                </p:cTn>
                              </p:par>
                              <p:par>
                                <p:cTn id="18" presetID="1" presetClass="entr" presetSubtype="0" fill="hold" nodeType="withEffect">
                                  <p:stCondLst>
                                    <p:cond delay="24500"/>
                                  </p:stCondLst>
                                  <p:childTnLst>
                                    <p:set>
                                      <p:cBhvr>
                                        <p:cTn id="19"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2"/>
                </p:tgtEl>
              </p:cMediaNode>
            </p:audio>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9</a:t>
            </a:fld>
            <a:endParaRPr lang="en-US"/>
          </a:p>
        </p:txBody>
      </p:sp>
      <p:sp>
        <p:nvSpPr>
          <p:cNvPr id="13" name="TextBox 12">
            <a:extLst>
              <a:ext uri="{FF2B5EF4-FFF2-40B4-BE49-F238E27FC236}">
                <a16:creationId xmlns:a16="http://schemas.microsoft.com/office/drawing/2014/main" id="{6BFCC464-CC58-3E40-951C-A95A673D1777}"/>
              </a:ext>
            </a:extLst>
          </p:cNvPr>
          <p:cNvSpPr txBox="1"/>
          <p:nvPr/>
        </p:nvSpPr>
        <p:spPr>
          <a:xfrm>
            <a:off x="3668942" y="1707924"/>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7" name="Picture 6" descr="A picture containing clock&#10;&#10;Description automatically generated">
            <a:extLst>
              <a:ext uri="{FF2B5EF4-FFF2-40B4-BE49-F238E27FC236}">
                <a16:creationId xmlns:a16="http://schemas.microsoft.com/office/drawing/2014/main" id="{C28A9461-B26F-B24C-B13A-FF49D110FEE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448800" y="180773"/>
            <a:ext cx="1905000" cy="1905000"/>
          </a:xfrm>
          <a:prstGeom prst="rect">
            <a:avLst/>
          </a:prstGeom>
        </p:spPr>
      </p:pic>
      <p:sp>
        <p:nvSpPr>
          <p:cNvPr id="8" name="TextBox 7">
            <a:extLst>
              <a:ext uri="{FF2B5EF4-FFF2-40B4-BE49-F238E27FC236}">
                <a16:creationId xmlns:a16="http://schemas.microsoft.com/office/drawing/2014/main" id="{CC062764-B7BF-BD44-BED2-FCFA45BB257C}"/>
              </a:ext>
            </a:extLst>
          </p:cNvPr>
          <p:cNvSpPr txBox="1"/>
          <p:nvPr/>
        </p:nvSpPr>
        <p:spPr>
          <a:xfrm>
            <a:off x="5485153" y="3848123"/>
            <a:ext cx="2059894" cy="369332"/>
          </a:xfrm>
          <a:prstGeom prst="rect">
            <a:avLst/>
          </a:prstGeom>
          <a:noFill/>
        </p:spPr>
        <p:txBody>
          <a:bodyPr wrap="square" rtlCol="0">
            <a:spAutoFit/>
          </a:bodyPr>
          <a:lstStyle/>
          <a:p>
            <a:r>
              <a:rPr lang="en-PH" b="1" dirty="0">
                <a:solidFill>
                  <a:schemeClr val="accent6"/>
                </a:solidFill>
              </a:rPr>
              <a:t>B. MDC Percolator</a:t>
            </a:r>
          </a:p>
        </p:txBody>
      </p:sp>
      <p:sp>
        <p:nvSpPr>
          <p:cNvPr id="9" name="TextBox 8">
            <a:extLst>
              <a:ext uri="{FF2B5EF4-FFF2-40B4-BE49-F238E27FC236}">
                <a16:creationId xmlns:a16="http://schemas.microsoft.com/office/drawing/2014/main" id="{038EA0F2-B363-4449-959B-EB8BE2B89F32}"/>
              </a:ext>
            </a:extLst>
          </p:cNvPr>
          <p:cNvSpPr txBox="1"/>
          <p:nvPr/>
        </p:nvSpPr>
        <p:spPr>
          <a:xfrm>
            <a:off x="3832859" y="2896436"/>
            <a:ext cx="5364479" cy="646331"/>
          </a:xfrm>
          <a:prstGeom prst="rect">
            <a:avLst/>
          </a:prstGeom>
          <a:noFill/>
        </p:spPr>
        <p:txBody>
          <a:bodyPr wrap="square" rtlCol="0">
            <a:spAutoFit/>
          </a:bodyPr>
          <a:lstStyle/>
          <a:p>
            <a:pPr algn="ctr"/>
            <a:r>
              <a:rPr lang="en-PH" b="1" dirty="0"/>
              <a:t>What is the tool used for logging specific process changes?</a:t>
            </a:r>
          </a:p>
        </p:txBody>
      </p:sp>
      <p:sp>
        <p:nvSpPr>
          <p:cNvPr id="14" name="TextBox 13">
            <a:extLst>
              <a:ext uri="{FF2B5EF4-FFF2-40B4-BE49-F238E27FC236}">
                <a16:creationId xmlns:a16="http://schemas.microsoft.com/office/drawing/2014/main" id="{9A5ED74B-D6FD-084E-B70F-3964A8FABA5B}"/>
              </a:ext>
            </a:extLst>
          </p:cNvPr>
          <p:cNvSpPr txBox="1"/>
          <p:nvPr/>
        </p:nvSpPr>
        <p:spPr>
          <a:xfrm>
            <a:off x="2634996" y="4503745"/>
            <a:ext cx="7766304" cy="923330"/>
          </a:xfrm>
          <a:prstGeom prst="rect">
            <a:avLst/>
          </a:prstGeom>
          <a:noFill/>
        </p:spPr>
        <p:txBody>
          <a:bodyPr wrap="square" rtlCol="0">
            <a:spAutoFit/>
          </a:bodyPr>
          <a:lstStyle/>
          <a:p>
            <a:r>
              <a:rPr lang="en-PH" dirty="0"/>
              <a:t>The MDC Percolator tool hosts separate dashboards per tower which accounts should access to log, monitor, and store their process changes.</a:t>
            </a:r>
          </a:p>
          <a:p>
            <a:endParaRPr lang="en-US" dirty="0"/>
          </a:p>
        </p:txBody>
      </p:sp>
      <p:pic>
        <p:nvPicPr>
          <p:cNvPr id="2" name="CM Slide 9 A1.m4a" descr="CM Slide 9 A1.m4a">
            <a:hlinkClick r:id="" action="ppaction://media"/>
            <a:extLst>
              <a:ext uri="{FF2B5EF4-FFF2-40B4-BE49-F238E27FC236}">
                <a16:creationId xmlns:a16="http://schemas.microsoft.com/office/drawing/2014/main" id="{FA99BEF6-472E-0643-9B03-D39EFF15828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522998"/>
            <a:ext cx="812800" cy="812800"/>
          </a:xfrm>
          <a:prstGeom prst="rect">
            <a:avLst/>
          </a:prstGeom>
        </p:spPr>
      </p:pic>
    </p:spTree>
    <p:extLst>
      <p:ext uri="{BB962C8B-B14F-4D97-AF65-F5344CB8AC3E}">
        <p14:creationId xmlns:p14="http://schemas.microsoft.com/office/powerpoint/2010/main" val="2630341841"/>
      </p:ext>
    </p:extLst>
  </p:cSld>
  <p:clrMapOvr>
    <a:masterClrMapping/>
  </p:clrMapOvr>
  <mc:AlternateContent xmlns:mc="http://schemas.openxmlformats.org/markup-compatibility/2006" xmlns:p14="http://schemas.microsoft.com/office/powerpoint/2010/main">
    <mc:Choice Requires="p14">
      <p:transition spd="slow" p14:dur="3400" advClick="0" advTm="0">
        <p14:revea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50" fill="hold"/>
                                        <p:tgtEl>
                                          <p:spTgt spid="2"/>
                                        </p:tgtEl>
                                      </p:cBhvr>
                                    </p:cmd>
                                  </p:childTnLst>
                                </p:cTn>
                              </p:par>
                              <p:par>
                                <p:cTn id="7" presetID="3" presetClass="entr" presetSubtype="10" fill="hold" grpId="0" nodeType="withEffect">
                                  <p:stCondLst>
                                    <p:cond delay="2000"/>
                                  </p:stCondLst>
                                  <p:childTnLst>
                                    <p:set>
                                      <p:cBhvr>
                                        <p:cTn id="8" dur="1" fill="hold">
                                          <p:stCondLst>
                                            <p:cond delay="0"/>
                                          </p:stCondLst>
                                        </p:cTn>
                                        <p:tgtEl>
                                          <p:spTgt spid="8"/>
                                        </p:tgtEl>
                                        <p:attrNameLst>
                                          <p:attrName>style.visibility</p:attrName>
                                        </p:attrNameLst>
                                      </p:cBhvr>
                                      <p:to>
                                        <p:strVal val="visible"/>
                                      </p:to>
                                    </p:set>
                                    <p:animEffect transition="in" filter="blinds(horizontal)">
                                      <p:cBhvr>
                                        <p:cTn id="9" dur="500"/>
                                        <p:tgtEl>
                                          <p:spTgt spid="8"/>
                                        </p:tgtEl>
                                      </p:cBhvr>
                                    </p:animEffect>
                                  </p:childTnLst>
                                </p:cTn>
                              </p:par>
                              <p:par>
                                <p:cTn id="10" presetID="1" presetClass="entr" presetSubtype="0" fill="hold" grpId="0" nodeType="withEffect">
                                  <p:stCondLst>
                                    <p:cond delay="400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8"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10</a:t>
            </a:fld>
            <a:endParaRPr lang="en-US"/>
          </a:p>
        </p:txBody>
      </p:sp>
      <p:pic>
        <p:nvPicPr>
          <p:cNvPr id="10" name="Picture 9" descr="A picture containing ball, room, table&#10;&#10;Description automatically generated">
            <a:extLst>
              <a:ext uri="{FF2B5EF4-FFF2-40B4-BE49-F238E27FC236}">
                <a16:creationId xmlns:a16="http://schemas.microsoft.com/office/drawing/2014/main" id="{25BF84DC-469A-7641-A8CA-E549B477B6E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610600" y="208265"/>
            <a:ext cx="3279648" cy="2188808"/>
          </a:xfrm>
          <a:prstGeom prst="rect">
            <a:avLst/>
          </a:prstGeom>
        </p:spPr>
      </p:pic>
      <p:sp>
        <p:nvSpPr>
          <p:cNvPr id="13" name="TextBox 12">
            <a:extLst>
              <a:ext uri="{FF2B5EF4-FFF2-40B4-BE49-F238E27FC236}">
                <a16:creationId xmlns:a16="http://schemas.microsoft.com/office/drawing/2014/main" id="{6BFCC464-CC58-3E40-951C-A95A673D1777}"/>
              </a:ext>
            </a:extLst>
          </p:cNvPr>
          <p:cNvSpPr txBox="1"/>
          <p:nvPr/>
        </p:nvSpPr>
        <p:spPr>
          <a:xfrm>
            <a:off x="3839063" y="2073907"/>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sp>
        <p:nvSpPr>
          <p:cNvPr id="7" name="TextBox 6">
            <a:extLst>
              <a:ext uri="{FF2B5EF4-FFF2-40B4-BE49-F238E27FC236}">
                <a16:creationId xmlns:a16="http://schemas.microsoft.com/office/drawing/2014/main" id="{51B38247-2C6E-6D40-B2E1-5A6829523E84}"/>
              </a:ext>
            </a:extLst>
          </p:cNvPr>
          <p:cNvSpPr txBox="1"/>
          <p:nvPr/>
        </p:nvSpPr>
        <p:spPr>
          <a:xfrm>
            <a:off x="5882884" y="4122758"/>
            <a:ext cx="1276835" cy="923330"/>
          </a:xfrm>
          <a:prstGeom prst="rect">
            <a:avLst/>
          </a:prstGeom>
          <a:noFill/>
        </p:spPr>
        <p:txBody>
          <a:bodyPr wrap="square" rtlCol="0">
            <a:spAutoFit/>
          </a:bodyPr>
          <a:lstStyle/>
          <a:p>
            <a:pPr marL="342900" indent="-342900">
              <a:buAutoNum type="alphaUcPeriod"/>
            </a:pPr>
            <a:r>
              <a:rPr lang="en-PH" dirty="0"/>
              <a:t>True</a:t>
            </a:r>
          </a:p>
          <a:p>
            <a:pPr marL="342900" indent="-342900">
              <a:buAutoNum type="alphaUcPeriod"/>
            </a:pPr>
            <a:endParaRPr lang="en-PH" dirty="0"/>
          </a:p>
          <a:p>
            <a:pPr marL="342900" indent="-342900">
              <a:buAutoNum type="alphaUcPeriod"/>
            </a:pPr>
            <a:r>
              <a:rPr lang="en-PH" dirty="0"/>
              <a:t>False</a:t>
            </a:r>
            <a:endParaRPr lang="en-US" dirty="0"/>
          </a:p>
        </p:txBody>
      </p:sp>
      <p:sp>
        <p:nvSpPr>
          <p:cNvPr id="8" name="TextBox 7">
            <a:extLst>
              <a:ext uri="{FF2B5EF4-FFF2-40B4-BE49-F238E27FC236}">
                <a16:creationId xmlns:a16="http://schemas.microsoft.com/office/drawing/2014/main" id="{21C54B46-D42D-BA4A-88DD-75F2230F57A1}"/>
              </a:ext>
            </a:extLst>
          </p:cNvPr>
          <p:cNvSpPr txBox="1"/>
          <p:nvPr/>
        </p:nvSpPr>
        <p:spPr>
          <a:xfrm>
            <a:off x="3839063" y="3236832"/>
            <a:ext cx="5364479" cy="369332"/>
          </a:xfrm>
          <a:prstGeom prst="rect">
            <a:avLst/>
          </a:prstGeom>
          <a:noFill/>
        </p:spPr>
        <p:txBody>
          <a:bodyPr wrap="square" rtlCol="0">
            <a:spAutoFit/>
          </a:bodyPr>
          <a:lstStyle/>
          <a:p>
            <a:pPr algn="ctr"/>
            <a:r>
              <a:rPr lang="en-PH" b="1" dirty="0"/>
              <a:t>Change can be only triggered or initiated  by the client.</a:t>
            </a:r>
          </a:p>
        </p:txBody>
      </p:sp>
      <p:pic>
        <p:nvPicPr>
          <p:cNvPr id="2" name="CM Slide 10 Q2.m4a" descr="CM Slide 10 Q2.m4a">
            <a:hlinkClick r:id="" action="ppaction://media"/>
            <a:extLst>
              <a:ext uri="{FF2B5EF4-FFF2-40B4-BE49-F238E27FC236}">
                <a16:creationId xmlns:a16="http://schemas.microsoft.com/office/drawing/2014/main" id="{60C2BB10-89AC-B746-8AFB-BDE7B732895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392814"/>
            <a:ext cx="812800" cy="812800"/>
          </a:xfrm>
          <a:prstGeom prst="rect">
            <a:avLst/>
          </a:prstGeom>
        </p:spPr>
      </p:pic>
    </p:spTree>
    <p:extLst>
      <p:ext uri="{BB962C8B-B14F-4D97-AF65-F5344CB8AC3E}">
        <p14:creationId xmlns:p14="http://schemas.microsoft.com/office/powerpoint/2010/main" val="2236145427"/>
      </p:ext>
    </p:extLst>
  </p:cSld>
  <p:clrMapOvr>
    <a:masterClrMapping/>
  </p:clrMapOvr>
  <p:transition spd="slow" advClick="0" advTm="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32" fill="hold"/>
                                        <p:tgtEl>
                                          <p:spTgt spid="2"/>
                                        </p:tgtEl>
                                      </p:cBhvr>
                                    </p:cmd>
                                  </p:childTnLst>
                                </p:cTn>
                              </p:par>
                              <p:par>
                                <p:cTn id="7" presetID="3" presetClass="entr" presetSubtype="10" fill="hold" grpId="0" nodeType="withEffect">
                                  <p:stCondLst>
                                    <p:cond delay="4000"/>
                                  </p:stCondLst>
                                  <p:childTnLst>
                                    <p:set>
                                      <p:cBhvr>
                                        <p:cTn id="8" dur="1" fill="hold">
                                          <p:stCondLst>
                                            <p:cond delay="0"/>
                                          </p:stCondLst>
                                        </p:cTn>
                                        <p:tgtEl>
                                          <p:spTgt spid="8"/>
                                        </p:tgtEl>
                                        <p:attrNameLst>
                                          <p:attrName>style.visibility</p:attrName>
                                        </p:attrNameLst>
                                      </p:cBhvr>
                                      <p:to>
                                        <p:strVal val="visible"/>
                                      </p:to>
                                    </p:set>
                                    <p:animEffect transition="in" filter="blinds(horizontal)">
                                      <p:cBhvr>
                                        <p:cTn id="9" dur="500"/>
                                        <p:tgtEl>
                                          <p:spTgt spid="8"/>
                                        </p:tgtEl>
                                      </p:cBhvr>
                                    </p:animEffect>
                                  </p:childTnLst>
                                </p:cTn>
                              </p:par>
                              <p:par>
                                <p:cTn id="10" presetID="1" presetClass="entr" presetSubtype="0" fill="hold" grpId="0" nodeType="withEffect">
                                  <p:stCondLst>
                                    <p:cond delay="800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11</a:t>
            </a:fld>
            <a:endParaRPr lang="en-US"/>
          </a:p>
        </p:txBody>
      </p:sp>
      <p:sp>
        <p:nvSpPr>
          <p:cNvPr id="13" name="TextBox 12">
            <a:extLst>
              <a:ext uri="{FF2B5EF4-FFF2-40B4-BE49-F238E27FC236}">
                <a16:creationId xmlns:a16="http://schemas.microsoft.com/office/drawing/2014/main" id="{6BFCC464-CC58-3E40-951C-A95A673D1777}"/>
              </a:ext>
            </a:extLst>
          </p:cNvPr>
          <p:cNvSpPr txBox="1"/>
          <p:nvPr/>
        </p:nvSpPr>
        <p:spPr>
          <a:xfrm>
            <a:off x="3626411" y="1608838"/>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7" name="Picture 6" descr="A picture containing clock&#10;&#10;Description automatically generated">
            <a:extLst>
              <a:ext uri="{FF2B5EF4-FFF2-40B4-BE49-F238E27FC236}">
                <a16:creationId xmlns:a16="http://schemas.microsoft.com/office/drawing/2014/main" id="{C28A9461-B26F-B24C-B13A-FF49D110FEE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670915" y="350169"/>
            <a:ext cx="1905000" cy="1905000"/>
          </a:xfrm>
          <a:prstGeom prst="rect">
            <a:avLst/>
          </a:prstGeom>
        </p:spPr>
      </p:pic>
      <p:sp>
        <p:nvSpPr>
          <p:cNvPr id="10" name="TextBox 9">
            <a:extLst>
              <a:ext uri="{FF2B5EF4-FFF2-40B4-BE49-F238E27FC236}">
                <a16:creationId xmlns:a16="http://schemas.microsoft.com/office/drawing/2014/main" id="{CC7079DC-9E94-E844-9ACA-C8A5E45CA4A6}"/>
              </a:ext>
            </a:extLst>
          </p:cNvPr>
          <p:cNvSpPr txBox="1"/>
          <p:nvPr/>
        </p:nvSpPr>
        <p:spPr>
          <a:xfrm>
            <a:off x="5827342" y="3545709"/>
            <a:ext cx="962614" cy="369332"/>
          </a:xfrm>
          <a:prstGeom prst="rect">
            <a:avLst/>
          </a:prstGeom>
          <a:noFill/>
        </p:spPr>
        <p:txBody>
          <a:bodyPr wrap="square" rtlCol="0">
            <a:spAutoFit/>
          </a:bodyPr>
          <a:lstStyle/>
          <a:p>
            <a:r>
              <a:rPr lang="en-PH" b="1" dirty="0">
                <a:solidFill>
                  <a:schemeClr val="accent6"/>
                </a:solidFill>
              </a:rPr>
              <a:t>B. False</a:t>
            </a:r>
          </a:p>
        </p:txBody>
      </p:sp>
      <p:sp>
        <p:nvSpPr>
          <p:cNvPr id="11" name="TextBox 10">
            <a:extLst>
              <a:ext uri="{FF2B5EF4-FFF2-40B4-BE49-F238E27FC236}">
                <a16:creationId xmlns:a16="http://schemas.microsoft.com/office/drawing/2014/main" id="{D04302B5-61C5-8542-A189-38E0F11DF25D}"/>
              </a:ext>
            </a:extLst>
          </p:cNvPr>
          <p:cNvSpPr txBox="1"/>
          <p:nvPr/>
        </p:nvSpPr>
        <p:spPr>
          <a:xfrm>
            <a:off x="3626411" y="2579670"/>
            <a:ext cx="5364479" cy="369332"/>
          </a:xfrm>
          <a:prstGeom prst="rect">
            <a:avLst/>
          </a:prstGeom>
          <a:noFill/>
        </p:spPr>
        <p:txBody>
          <a:bodyPr wrap="square" rtlCol="0">
            <a:spAutoFit/>
          </a:bodyPr>
          <a:lstStyle/>
          <a:p>
            <a:pPr algn="ctr"/>
            <a:r>
              <a:rPr lang="en-PH" b="1" dirty="0"/>
              <a:t>Change can be only triggered or initiated  by the client.</a:t>
            </a:r>
          </a:p>
        </p:txBody>
      </p:sp>
      <p:sp>
        <p:nvSpPr>
          <p:cNvPr id="12" name="TextBox 11">
            <a:extLst>
              <a:ext uri="{FF2B5EF4-FFF2-40B4-BE49-F238E27FC236}">
                <a16:creationId xmlns:a16="http://schemas.microsoft.com/office/drawing/2014/main" id="{1D68F215-706E-4E4B-9B5A-1AE9A2B7A8DD}"/>
              </a:ext>
            </a:extLst>
          </p:cNvPr>
          <p:cNvSpPr txBox="1"/>
          <p:nvPr/>
        </p:nvSpPr>
        <p:spPr>
          <a:xfrm>
            <a:off x="3626411" y="4012168"/>
            <a:ext cx="5364479" cy="369332"/>
          </a:xfrm>
          <a:prstGeom prst="rect">
            <a:avLst/>
          </a:prstGeom>
          <a:noFill/>
        </p:spPr>
        <p:txBody>
          <a:bodyPr wrap="square" rtlCol="0">
            <a:spAutoFit/>
          </a:bodyPr>
          <a:lstStyle/>
          <a:p>
            <a:r>
              <a:rPr lang="en-PH" dirty="0"/>
              <a:t>Either IBM or the Client can initiate a process change.</a:t>
            </a:r>
          </a:p>
        </p:txBody>
      </p:sp>
      <p:pic>
        <p:nvPicPr>
          <p:cNvPr id="2" name="CM Slide 11 A2.m4a" descr="CM Slide 11 A2.m4a">
            <a:hlinkClick r:id="" action="ppaction://media"/>
            <a:extLst>
              <a:ext uri="{FF2B5EF4-FFF2-40B4-BE49-F238E27FC236}">
                <a16:creationId xmlns:a16="http://schemas.microsoft.com/office/drawing/2014/main" id="{94756BA7-853B-6243-925B-B30FD8E9F95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763115" y="5472710"/>
            <a:ext cx="812800" cy="812800"/>
          </a:xfrm>
          <a:prstGeom prst="rect">
            <a:avLst/>
          </a:prstGeom>
        </p:spPr>
      </p:pic>
    </p:spTree>
    <p:extLst>
      <p:ext uri="{BB962C8B-B14F-4D97-AF65-F5344CB8AC3E}">
        <p14:creationId xmlns:p14="http://schemas.microsoft.com/office/powerpoint/2010/main" val="3360991158"/>
      </p:ext>
    </p:extLst>
  </p:cSld>
  <p:clrMapOvr>
    <a:masterClrMapping/>
  </p:clrMapOvr>
  <mc:AlternateContent xmlns:mc="http://schemas.openxmlformats.org/markup-compatibility/2006" xmlns:p14="http://schemas.microsoft.com/office/powerpoint/2010/main">
    <mc:Choice Requires="p14">
      <p:transition spd="slow" p14:dur="3400" advClick="0" advTm="0">
        <p14:revea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98"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10"/>
                                        </p:tgtEl>
                                        <p:attrNameLst>
                                          <p:attrName>style.visibility</p:attrName>
                                        </p:attrNameLst>
                                      </p:cBhvr>
                                      <p:to>
                                        <p:strVal val="visible"/>
                                      </p:to>
                                    </p:set>
                                    <p:animEffect transition="in" filter="blinds(horizontal)">
                                      <p:cBhvr>
                                        <p:cTn id="9" dur="500"/>
                                        <p:tgtEl>
                                          <p:spTgt spid="10"/>
                                        </p:tgtEl>
                                      </p:cBhvr>
                                    </p:animEffect>
                                  </p:childTnLst>
                                </p:cTn>
                              </p:par>
                              <p:par>
                                <p:cTn id="10" presetID="1" presetClass="entr" presetSubtype="0" fill="hold" grpId="0" nodeType="withEffect">
                                  <p:stCondLst>
                                    <p:cond delay="200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10"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all, room, table&#10;&#10;Description automatically generated">
            <a:extLst>
              <a:ext uri="{FF2B5EF4-FFF2-40B4-BE49-F238E27FC236}">
                <a16:creationId xmlns:a16="http://schemas.microsoft.com/office/drawing/2014/main" id="{61E564DB-5D72-6F46-A6D9-8FF65EA3579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610600" y="136525"/>
            <a:ext cx="3279648" cy="2188808"/>
          </a:xfrm>
          <a:prstGeom prst="rect">
            <a:avLst/>
          </a:prstGeom>
        </p:spPr>
      </p:pic>
      <p:sp>
        <p:nvSpPr>
          <p:cNvPr id="5" name="TextBox 4">
            <a:extLst>
              <a:ext uri="{FF2B5EF4-FFF2-40B4-BE49-F238E27FC236}">
                <a16:creationId xmlns:a16="http://schemas.microsoft.com/office/drawing/2014/main" id="{FA4EA84E-5FFB-D447-8042-1CA730827436}"/>
              </a:ext>
            </a:extLst>
          </p:cNvPr>
          <p:cNvSpPr txBox="1"/>
          <p:nvPr/>
        </p:nvSpPr>
        <p:spPr>
          <a:xfrm>
            <a:off x="5051066" y="3429000"/>
            <a:ext cx="3105635" cy="2031325"/>
          </a:xfrm>
          <a:prstGeom prst="rect">
            <a:avLst/>
          </a:prstGeom>
          <a:noFill/>
        </p:spPr>
        <p:txBody>
          <a:bodyPr wrap="square" rtlCol="0">
            <a:spAutoFit/>
          </a:bodyPr>
          <a:lstStyle/>
          <a:p>
            <a:pPr marL="342900" indent="-342900">
              <a:buAutoNum type="alphaUcPeriod"/>
            </a:pPr>
            <a:r>
              <a:rPr lang="en-PH" dirty="0"/>
              <a:t>Pre-creation records</a:t>
            </a:r>
          </a:p>
          <a:p>
            <a:pPr marL="342900" indent="-342900">
              <a:buAutoNum type="alphaUcPeriod"/>
            </a:pPr>
            <a:endParaRPr lang="en-PH" dirty="0"/>
          </a:p>
          <a:p>
            <a:pPr marL="342900" indent="-342900">
              <a:buAutoNum type="alphaUcPeriod"/>
            </a:pPr>
            <a:r>
              <a:rPr lang="en-PH" dirty="0"/>
              <a:t>Process Change Request</a:t>
            </a:r>
          </a:p>
          <a:p>
            <a:pPr marL="342900" indent="-342900">
              <a:buAutoNum type="alphaUcPeriod"/>
            </a:pPr>
            <a:endParaRPr lang="en-PH" dirty="0"/>
          </a:p>
          <a:p>
            <a:pPr marL="342900" indent="-342900">
              <a:buAutoNum type="alphaUcPeriod"/>
            </a:pPr>
            <a:r>
              <a:rPr lang="en-PH" dirty="0"/>
              <a:t>Process Change Reform</a:t>
            </a:r>
          </a:p>
          <a:p>
            <a:pPr marL="342900" indent="-342900">
              <a:buAutoNum type="alphaUcPeriod"/>
            </a:pPr>
            <a:endParaRPr lang="en-PH" dirty="0"/>
          </a:p>
          <a:p>
            <a:pPr marL="342900" indent="-342900">
              <a:buAutoNum type="alphaUcPeriod"/>
            </a:pPr>
            <a:r>
              <a:rPr lang="en-PH" dirty="0"/>
              <a:t>None of the above</a:t>
            </a:r>
            <a:endParaRPr lang="en-US" dirty="0"/>
          </a:p>
        </p:txBody>
      </p:sp>
      <p:sp>
        <p:nvSpPr>
          <p:cNvPr id="6" name="TextBox 5">
            <a:extLst>
              <a:ext uri="{FF2B5EF4-FFF2-40B4-BE49-F238E27FC236}">
                <a16:creationId xmlns:a16="http://schemas.microsoft.com/office/drawing/2014/main" id="{94AD8F07-0215-3C46-99C9-7DE376340FB1}"/>
              </a:ext>
            </a:extLst>
          </p:cNvPr>
          <p:cNvSpPr txBox="1"/>
          <p:nvPr/>
        </p:nvSpPr>
        <p:spPr>
          <a:xfrm>
            <a:off x="4623817" y="2828727"/>
            <a:ext cx="3279649" cy="369332"/>
          </a:xfrm>
          <a:prstGeom prst="rect">
            <a:avLst/>
          </a:prstGeom>
          <a:noFill/>
        </p:spPr>
        <p:txBody>
          <a:bodyPr wrap="square" rtlCol="0">
            <a:spAutoFit/>
          </a:bodyPr>
          <a:lstStyle/>
          <a:p>
            <a:pPr algn="ctr"/>
            <a:r>
              <a:rPr lang="en-PH" b="1" dirty="0"/>
              <a:t>The term PCR stands for?</a:t>
            </a:r>
          </a:p>
        </p:txBody>
      </p:sp>
      <p:sp>
        <p:nvSpPr>
          <p:cNvPr id="7" name="TextBox 6">
            <a:extLst>
              <a:ext uri="{FF2B5EF4-FFF2-40B4-BE49-F238E27FC236}">
                <a16:creationId xmlns:a16="http://schemas.microsoft.com/office/drawing/2014/main" id="{2188A774-055C-4345-B4AA-8C9A392DD409}"/>
              </a:ext>
            </a:extLst>
          </p:cNvPr>
          <p:cNvSpPr txBox="1"/>
          <p:nvPr/>
        </p:nvSpPr>
        <p:spPr>
          <a:xfrm>
            <a:off x="3581401" y="1503430"/>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sp>
        <p:nvSpPr>
          <p:cNvPr id="8" name="Slide Number Placeholder 4">
            <a:extLst>
              <a:ext uri="{FF2B5EF4-FFF2-40B4-BE49-F238E27FC236}">
                <a16:creationId xmlns:a16="http://schemas.microsoft.com/office/drawing/2014/main" id="{CFC2991B-6CF8-2B48-8BFC-8D4267BE748D}"/>
              </a:ext>
            </a:extLst>
          </p:cNvPr>
          <p:cNvSpPr>
            <a:spLocks noGrp="1"/>
          </p:cNvSpPr>
          <p:nvPr>
            <p:ph type="sldNum" sz="quarter" idx="12"/>
          </p:nvPr>
        </p:nvSpPr>
        <p:spPr>
          <a:xfrm>
            <a:off x="8610600" y="6356350"/>
            <a:ext cx="2743200" cy="365125"/>
          </a:xfrm>
        </p:spPr>
        <p:txBody>
          <a:bodyPr/>
          <a:lstStyle/>
          <a:p>
            <a:fld id="{42B598A9-98DB-4919-8118-E0FFA01B43BD}" type="slidenum">
              <a:rPr lang="en-US" smtClean="0"/>
              <a:t>12</a:t>
            </a:fld>
            <a:endParaRPr lang="en-US"/>
          </a:p>
        </p:txBody>
      </p:sp>
      <p:pic>
        <p:nvPicPr>
          <p:cNvPr id="2" name="CM Slide 12 Q3.m4a" descr="CM Slide 12 Q3.m4a">
            <a:hlinkClick r:id="" action="ppaction://media"/>
            <a:extLst>
              <a:ext uri="{FF2B5EF4-FFF2-40B4-BE49-F238E27FC236}">
                <a16:creationId xmlns:a16="http://schemas.microsoft.com/office/drawing/2014/main" id="{1E35DA62-48E5-A24E-BDFE-0B65EFCC281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47400" y="5457555"/>
            <a:ext cx="812800" cy="812800"/>
          </a:xfrm>
          <a:prstGeom prst="rect">
            <a:avLst/>
          </a:prstGeom>
        </p:spPr>
      </p:pic>
    </p:spTree>
    <p:extLst>
      <p:ext uri="{BB962C8B-B14F-4D97-AF65-F5344CB8AC3E}">
        <p14:creationId xmlns:p14="http://schemas.microsoft.com/office/powerpoint/2010/main" val="586327369"/>
      </p:ext>
    </p:extLst>
  </p:cSld>
  <p:clrMapOvr>
    <a:masterClrMapping/>
  </p:clrMapOvr>
  <p:transition spd="slow" advClick="0" advTm="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573"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6"/>
                                        </p:tgtEl>
                                        <p:attrNameLst>
                                          <p:attrName>style.visibility</p:attrName>
                                        </p:attrNameLst>
                                      </p:cBhvr>
                                      <p:to>
                                        <p:strVal val="visible"/>
                                      </p:to>
                                    </p:set>
                                    <p:animEffect transition="in" filter="blinds(horizontal)">
                                      <p:cBhvr>
                                        <p:cTn id="9" dur="500"/>
                                        <p:tgtEl>
                                          <p:spTgt spid="6"/>
                                        </p:tgtEl>
                                      </p:cBhvr>
                                    </p:animEffect>
                                  </p:childTnLst>
                                </p:cTn>
                              </p:par>
                              <p:par>
                                <p:cTn id="10" presetID="1" presetClass="entr" presetSubtype="0" fill="hold" nodeType="withEffect">
                                  <p:stCondLst>
                                    <p:cond delay="500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800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par>
                                <p:cTn id="14" presetID="1" presetClass="entr" presetSubtype="0" fill="hold" nodeType="withEffect">
                                  <p:stCondLst>
                                    <p:cond delay="11000"/>
                                  </p:stCondLst>
                                  <p:childTnLst>
                                    <p:set>
                                      <p:cBhvr>
                                        <p:cTn id="15" dur="1" fill="hold">
                                          <p:stCondLst>
                                            <p:cond delay="0"/>
                                          </p:stCondLst>
                                        </p:cTn>
                                        <p:tgtEl>
                                          <p:spTgt spid="5">
                                            <p:txEl>
                                              <p:pRg st="4" end="4"/>
                                            </p:txEl>
                                          </p:spTgt>
                                        </p:tgtEl>
                                        <p:attrNameLst>
                                          <p:attrName>style.visibility</p:attrName>
                                        </p:attrNameLst>
                                      </p:cBhvr>
                                      <p:to>
                                        <p:strVal val="visible"/>
                                      </p:to>
                                    </p:set>
                                  </p:childTnLst>
                                </p:cTn>
                              </p:par>
                              <p:par>
                                <p:cTn id="16" presetID="1" presetClass="entr" presetSubtype="0" fill="hold" nodeType="withEffect">
                                  <p:stCondLst>
                                    <p:cond delay="14000"/>
                                  </p:stCondLst>
                                  <p:childTnLst>
                                    <p:set>
                                      <p:cBhvr>
                                        <p:cTn id="17"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8" fill="hold" display="0">
                  <p:stCondLst>
                    <p:cond delay="indefinite"/>
                  </p:stCondLst>
                  <p:endCondLst>
                    <p:cond evt="onStopAudio" delay="0">
                      <p:tgtEl>
                        <p:sldTgt/>
                      </p:tgtEl>
                    </p:cond>
                  </p:endCondLst>
                </p:cTn>
                <p:tgtEl>
                  <p:spTgt spid="2"/>
                </p:tgtEl>
              </p:cMediaNode>
            </p:audio>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4095A5-F60F-6E4F-BAB7-CFFD699C84F2}"/>
              </a:ext>
            </a:extLst>
          </p:cNvPr>
          <p:cNvSpPr txBox="1"/>
          <p:nvPr/>
        </p:nvSpPr>
        <p:spPr>
          <a:xfrm>
            <a:off x="5106263" y="3378620"/>
            <a:ext cx="2957668" cy="369332"/>
          </a:xfrm>
          <a:prstGeom prst="rect">
            <a:avLst/>
          </a:prstGeom>
          <a:noFill/>
        </p:spPr>
        <p:txBody>
          <a:bodyPr wrap="square" rtlCol="0">
            <a:spAutoFit/>
          </a:bodyPr>
          <a:lstStyle/>
          <a:p>
            <a:r>
              <a:rPr lang="en-PH" b="1" dirty="0">
                <a:solidFill>
                  <a:schemeClr val="accent6"/>
                </a:solidFill>
              </a:rPr>
              <a:t>B. Process Change Request</a:t>
            </a:r>
          </a:p>
        </p:txBody>
      </p:sp>
      <p:sp>
        <p:nvSpPr>
          <p:cNvPr id="5" name="TextBox 4">
            <a:extLst>
              <a:ext uri="{FF2B5EF4-FFF2-40B4-BE49-F238E27FC236}">
                <a16:creationId xmlns:a16="http://schemas.microsoft.com/office/drawing/2014/main" id="{D7216517-B799-9541-8930-294971E40996}"/>
              </a:ext>
            </a:extLst>
          </p:cNvPr>
          <p:cNvSpPr txBox="1"/>
          <p:nvPr/>
        </p:nvSpPr>
        <p:spPr>
          <a:xfrm>
            <a:off x="4914795" y="2625176"/>
            <a:ext cx="3340607" cy="369332"/>
          </a:xfrm>
          <a:prstGeom prst="rect">
            <a:avLst/>
          </a:prstGeom>
          <a:noFill/>
        </p:spPr>
        <p:txBody>
          <a:bodyPr wrap="square" rtlCol="0">
            <a:spAutoFit/>
          </a:bodyPr>
          <a:lstStyle/>
          <a:p>
            <a:pPr algn="ctr"/>
            <a:r>
              <a:rPr lang="en-PH" b="1" dirty="0"/>
              <a:t>The term PCR stands for?</a:t>
            </a:r>
          </a:p>
        </p:txBody>
      </p:sp>
      <p:sp>
        <p:nvSpPr>
          <p:cNvPr id="6" name="TextBox 5">
            <a:extLst>
              <a:ext uri="{FF2B5EF4-FFF2-40B4-BE49-F238E27FC236}">
                <a16:creationId xmlns:a16="http://schemas.microsoft.com/office/drawing/2014/main" id="{27F29B11-4F37-294F-B687-223A57040B40}"/>
              </a:ext>
            </a:extLst>
          </p:cNvPr>
          <p:cNvSpPr txBox="1"/>
          <p:nvPr/>
        </p:nvSpPr>
        <p:spPr>
          <a:xfrm>
            <a:off x="3902858" y="1609712"/>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7" name="Picture 6" descr="A picture containing clock&#10;&#10;Description automatically generated">
            <a:extLst>
              <a:ext uri="{FF2B5EF4-FFF2-40B4-BE49-F238E27FC236}">
                <a16:creationId xmlns:a16="http://schemas.microsoft.com/office/drawing/2014/main" id="{6A43D057-46B6-B747-B153-17DB1E2AB1F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821211" y="351043"/>
            <a:ext cx="1905000" cy="1905000"/>
          </a:xfrm>
          <a:prstGeom prst="rect">
            <a:avLst/>
          </a:prstGeom>
        </p:spPr>
      </p:pic>
      <p:sp>
        <p:nvSpPr>
          <p:cNvPr id="8" name="TextBox 7">
            <a:extLst>
              <a:ext uri="{FF2B5EF4-FFF2-40B4-BE49-F238E27FC236}">
                <a16:creationId xmlns:a16="http://schemas.microsoft.com/office/drawing/2014/main" id="{1D48FF28-A684-1845-BD1B-90DFE7672CF5}"/>
              </a:ext>
            </a:extLst>
          </p:cNvPr>
          <p:cNvSpPr txBox="1"/>
          <p:nvPr/>
        </p:nvSpPr>
        <p:spPr>
          <a:xfrm>
            <a:off x="3510020" y="3863493"/>
            <a:ext cx="6505851" cy="923330"/>
          </a:xfrm>
          <a:prstGeom prst="rect">
            <a:avLst/>
          </a:prstGeom>
          <a:noFill/>
        </p:spPr>
        <p:txBody>
          <a:bodyPr wrap="square" rtlCol="0">
            <a:spAutoFit/>
          </a:bodyPr>
          <a:lstStyle/>
          <a:p>
            <a:r>
              <a:rPr lang="en-PH" dirty="0"/>
              <a:t>A Process Change Request is a document signed by both IBM and the Client that contains all important details about a process change.</a:t>
            </a:r>
          </a:p>
        </p:txBody>
      </p:sp>
      <p:sp>
        <p:nvSpPr>
          <p:cNvPr id="9" name="Slide Number Placeholder 4">
            <a:extLst>
              <a:ext uri="{FF2B5EF4-FFF2-40B4-BE49-F238E27FC236}">
                <a16:creationId xmlns:a16="http://schemas.microsoft.com/office/drawing/2014/main" id="{BFB7E971-9FA7-6345-BDDE-3380B5C6791D}"/>
              </a:ext>
            </a:extLst>
          </p:cNvPr>
          <p:cNvSpPr>
            <a:spLocks noGrp="1"/>
          </p:cNvSpPr>
          <p:nvPr>
            <p:ph type="sldNum" sz="quarter" idx="12"/>
          </p:nvPr>
        </p:nvSpPr>
        <p:spPr>
          <a:xfrm>
            <a:off x="8983011" y="6141832"/>
            <a:ext cx="2743200" cy="365125"/>
          </a:xfrm>
        </p:spPr>
        <p:txBody>
          <a:bodyPr/>
          <a:lstStyle/>
          <a:p>
            <a:fld id="{42B598A9-98DB-4919-8118-E0FFA01B43BD}" type="slidenum">
              <a:rPr lang="en-US" smtClean="0"/>
              <a:t>13</a:t>
            </a:fld>
            <a:endParaRPr lang="en-US" dirty="0"/>
          </a:p>
        </p:txBody>
      </p:sp>
      <p:pic>
        <p:nvPicPr>
          <p:cNvPr id="2" name="CM Slide 13 A3.m4a" descr="CM Slide 13 A3.m4a">
            <a:hlinkClick r:id="" action="ppaction://media"/>
            <a:extLst>
              <a:ext uri="{FF2B5EF4-FFF2-40B4-BE49-F238E27FC236}">
                <a16:creationId xmlns:a16="http://schemas.microsoft.com/office/drawing/2014/main" id="{F49CFC6D-E005-4648-A0DE-5FAE7D4B36F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13411" y="5326499"/>
            <a:ext cx="812800" cy="812800"/>
          </a:xfrm>
          <a:prstGeom prst="rect">
            <a:avLst/>
          </a:prstGeom>
        </p:spPr>
      </p:pic>
    </p:spTree>
    <p:extLst>
      <p:ext uri="{BB962C8B-B14F-4D97-AF65-F5344CB8AC3E}">
        <p14:creationId xmlns:p14="http://schemas.microsoft.com/office/powerpoint/2010/main" val="312853111"/>
      </p:ext>
    </p:extLst>
  </p:cSld>
  <p:clrMapOvr>
    <a:masterClrMapping/>
  </p:clrMapOvr>
  <mc:AlternateContent xmlns:mc="http://schemas.openxmlformats.org/markup-compatibility/2006" xmlns:p14="http://schemas.microsoft.com/office/powerpoint/2010/main">
    <mc:Choice Requires="p14">
      <p:transition spd="slow" p14:dur="3400" advClick="0" advTm="0">
        <p14:revea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580"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blinds(horizontal)">
                                      <p:cBhvr>
                                        <p:cTn id="9" dur="500"/>
                                        <p:tgtEl>
                                          <p:spTgt spid="4"/>
                                        </p:tgtEl>
                                      </p:cBhvr>
                                    </p:animEffect>
                                  </p:childTnLst>
                                </p:cTn>
                              </p:par>
                              <p:par>
                                <p:cTn id="10" presetID="1" presetClass="entr" presetSubtype="0" fill="hold" grpId="0" nodeType="withEffect">
                                  <p:stCondLst>
                                    <p:cond delay="400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all, room, table&#10;&#10;Description automatically generated">
            <a:extLst>
              <a:ext uri="{FF2B5EF4-FFF2-40B4-BE49-F238E27FC236}">
                <a16:creationId xmlns:a16="http://schemas.microsoft.com/office/drawing/2014/main" id="{61E564DB-5D72-6F46-A6D9-8FF65EA3579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778239" y="351043"/>
            <a:ext cx="3279648" cy="2188808"/>
          </a:xfrm>
          <a:prstGeom prst="rect">
            <a:avLst/>
          </a:prstGeom>
        </p:spPr>
      </p:pic>
      <p:sp>
        <p:nvSpPr>
          <p:cNvPr id="5" name="TextBox 4">
            <a:extLst>
              <a:ext uri="{FF2B5EF4-FFF2-40B4-BE49-F238E27FC236}">
                <a16:creationId xmlns:a16="http://schemas.microsoft.com/office/drawing/2014/main" id="{FA4EA84E-5FFB-D447-8042-1CA730827436}"/>
              </a:ext>
            </a:extLst>
          </p:cNvPr>
          <p:cNvSpPr txBox="1"/>
          <p:nvPr/>
        </p:nvSpPr>
        <p:spPr>
          <a:xfrm>
            <a:off x="4437888" y="2807394"/>
            <a:ext cx="3685386" cy="2585323"/>
          </a:xfrm>
          <a:prstGeom prst="rect">
            <a:avLst/>
          </a:prstGeom>
          <a:noFill/>
        </p:spPr>
        <p:txBody>
          <a:bodyPr wrap="square" rtlCol="0">
            <a:spAutoFit/>
          </a:bodyPr>
          <a:lstStyle/>
          <a:p>
            <a:pPr marL="342900" indent="-342900">
              <a:buFontTx/>
              <a:buAutoNum type="alphaUcPeriod"/>
            </a:pPr>
            <a:r>
              <a:rPr lang="en-PH" dirty="0"/>
              <a:t>Addition or Deletion of process</a:t>
            </a:r>
          </a:p>
          <a:p>
            <a:pPr marL="342900" indent="-342900">
              <a:buAutoNum type="alphaUcPeriod"/>
            </a:pPr>
            <a:endParaRPr lang="en-PH" dirty="0"/>
          </a:p>
          <a:p>
            <a:pPr marL="342900" indent="-342900">
              <a:buAutoNum type="alphaUcPeriod"/>
            </a:pPr>
            <a:r>
              <a:rPr lang="en-PH" dirty="0"/>
              <a:t>Work at Risk</a:t>
            </a:r>
          </a:p>
          <a:p>
            <a:pPr marL="342900" indent="-342900">
              <a:buAutoNum type="alphaUcPeriod"/>
            </a:pPr>
            <a:endParaRPr lang="en-PH" dirty="0"/>
          </a:p>
          <a:p>
            <a:pPr marL="342900" indent="-342900">
              <a:buAutoNum type="alphaUcPeriod"/>
            </a:pPr>
            <a:r>
              <a:rPr lang="en-PH" dirty="0"/>
              <a:t>Automation Projects</a:t>
            </a:r>
          </a:p>
          <a:p>
            <a:pPr marL="342900" indent="-342900">
              <a:buAutoNum type="alphaUcPeriod"/>
            </a:pPr>
            <a:endParaRPr lang="en-PH" dirty="0"/>
          </a:p>
          <a:p>
            <a:pPr marL="342900" indent="-342900">
              <a:buAutoNum type="alphaUcPeriod"/>
            </a:pPr>
            <a:r>
              <a:rPr lang="en-PH" dirty="0"/>
              <a:t>None of the above</a:t>
            </a:r>
          </a:p>
          <a:p>
            <a:pPr marL="342900" indent="-342900">
              <a:buAutoNum type="alphaUcPeriod"/>
            </a:pPr>
            <a:endParaRPr lang="en-PH" dirty="0"/>
          </a:p>
          <a:p>
            <a:pPr marL="342900" indent="-342900">
              <a:buAutoNum type="alphaUcPeriod"/>
            </a:pPr>
            <a:r>
              <a:rPr lang="en-PH" dirty="0"/>
              <a:t>All of the above</a:t>
            </a:r>
          </a:p>
        </p:txBody>
      </p:sp>
      <p:sp>
        <p:nvSpPr>
          <p:cNvPr id="6" name="TextBox 5">
            <a:extLst>
              <a:ext uri="{FF2B5EF4-FFF2-40B4-BE49-F238E27FC236}">
                <a16:creationId xmlns:a16="http://schemas.microsoft.com/office/drawing/2014/main" id="{94AD8F07-0215-3C46-99C9-7DE376340FB1}"/>
              </a:ext>
            </a:extLst>
          </p:cNvPr>
          <p:cNvSpPr txBox="1"/>
          <p:nvPr/>
        </p:nvSpPr>
        <p:spPr>
          <a:xfrm>
            <a:off x="3721191" y="2103337"/>
            <a:ext cx="4749616" cy="369332"/>
          </a:xfrm>
          <a:prstGeom prst="rect">
            <a:avLst/>
          </a:prstGeom>
          <a:noFill/>
        </p:spPr>
        <p:txBody>
          <a:bodyPr wrap="square" rtlCol="0">
            <a:spAutoFit/>
          </a:bodyPr>
          <a:lstStyle/>
          <a:p>
            <a:pPr algn="ctr"/>
            <a:r>
              <a:rPr lang="en-PH" b="1" dirty="0"/>
              <a:t>What is considered a major process change?</a:t>
            </a:r>
          </a:p>
        </p:txBody>
      </p:sp>
      <p:sp>
        <p:nvSpPr>
          <p:cNvPr id="7" name="TextBox 6">
            <a:extLst>
              <a:ext uri="{FF2B5EF4-FFF2-40B4-BE49-F238E27FC236}">
                <a16:creationId xmlns:a16="http://schemas.microsoft.com/office/drawing/2014/main" id="{2188A774-055C-4345-B4AA-8C9A392DD409}"/>
              </a:ext>
            </a:extLst>
          </p:cNvPr>
          <p:cNvSpPr txBox="1"/>
          <p:nvPr/>
        </p:nvSpPr>
        <p:spPr>
          <a:xfrm>
            <a:off x="3413760" y="1122281"/>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sp>
        <p:nvSpPr>
          <p:cNvPr id="8" name="Slide Number Placeholder 4">
            <a:extLst>
              <a:ext uri="{FF2B5EF4-FFF2-40B4-BE49-F238E27FC236}">
                <a16:creationId xmlns:a16="http://schemas.microsoft.com/office/drawing/2014/main" id="{2CF2DA99-0759-A548-BF95-FEA65E67B122}"/>
              </a:ext>
            </a:extLst>
          </p:cNvPr>
          <p:cNvSpPr>
            <a:spLocks noGrp="1"/>
          </p:cNvSpPr>
          <p:nvPr>
            <p:ph type="sldNum" sz="quarter" idx="12"/>
          </p:nvPr>
        </p:nvSpPr>
        <p:spPr>
          <a:xfrm>
            <a:off x="8983011" y="6141832"/>
            <a:ext cx="2743200" cy="365125"/>
          </a:xfrm>
        </p:spPr>
        <p:txBody>
          <a:bodyPr/>
          <a:lstStyle/>
          <a:p>
            <a:fld id="{42B598A9-98DB-4919-8118-E0FFA01B43BD}" type="slidenum">
              <a:rPr lang="en-US" smtClean="0"/>
              <a:t>14</a:t>
            </a:fld>
            <a:endParaRPr lang="en-US" dirty="0"/>
          </a:p>
        </p:txBody>
      </p:sp>
      <p:pic>
        <p:nvPicPr>
          <p:cNvPr id="2" name="CM Slide 14 Q4.m4a" descr="CM Slide 14 Q4.m4a">
            <a:hlinkClick r:id="" action="ppaction://media"/>
            <a:extLst>
              <a:ext uri="{FF2B5EF4-FFF2-40B4-BE49-F238E27FC236}">
                <a16:creationId xmlns:a16="http://schemas.microsoft.com/office/drawing/2014/main" id="{F50E67C6-C554-CB4E-8B15-6B48517E93F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778732" y="5329032"/>
            <a:ext cx="812800" cy="812800"/>
          </a:xfrm>
          <a:prstGeom prst="rect">
            <a:avLst/>
          </a:prstGeom>
        </p:spPr>
      </p:pic>
    </p:spTree>
    <p:extLst>
      <p:ext uri="{BB962C8B-B14F-4D97-AF65-F5344CB8AC3E}">
        <p14:creationId xmlns:p14="http://schemas.microsoft.com/office/powerpoint/2010/main" val="3014534920"/>
      </p:ext>
    </p:extLst>
  </p:cSld>
  <p:clrMapOvr>
    <a:masterClrMapping/>
  </p:clrMapOvr>
  <p:transition spd="slow" advClick="0" advTm="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464" fill="hold"/>
                                        <p:tgtEl>
                                          <p:spTgt spid="2"/>
                                        </p:tgtEl>
                                      </p:cBhvr>
                                    </p:cmd>
                                  </p:childTnLst>
                                </p:cTn>
                              </p:par>
                              <p:par>
                                <p:cTn id="7" presetID="3" presetClass="entr" presetSubtype="10" fill="hold" grpId="0" nodeType="withEffect">
                                  <p:stCondLst>
                                    <p:cond delay="1500"/>
                                  </p:stCondLst>
                                  <p:childTnLst>
                                    <p:set>
                                      <p:cBhvr>
                                        <p:cTn id="8" dur="1" fill="hold">
                                          <p:stCondLst>
                                            <p:cond delay="0"/>
                                          </p:stCondLst>
                                        </p:cTn>
                                        <p:tgtEl>
                                          <p:spTgt spid="6"/>
                                        </p:tgtEl>
                                        <p:attrNameLst>
                                          <p:attrName>style.visibility</p:attrName>
                                        </p:attrNameLst>
                                      </p:cBhvr>
                                      <p:to>
                                        <p:strVal val="visible"/>
                                      </p:to>
                                    </p:set>
                                    <p:animEffect transition="in" filter="blinds(horizontal)">
                                      <p:cBhvr>
                                        <p:cTn id="9" dur="500"/>
                                        <p:tgtEl>
                                          <p:spTgt spid="6"/>
                                        </p:tgtEl>
                                      </p:cBhvr>
                                    </p:animEffect>
                                  </p:childTnLst>
                                </p:cTn>
                              </p:par>
                              <p:par>
                                <p:cTn id="10" presetID="1" presetClass="entr" presetSubtype="0" fill="hold" nodeType="withEffect">
                                  <p:stCondLst>
                                    <p:cond delay="600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950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par>
                                <p:cTn id="14" presetID="1" presetClass="entr" presetSubtype="0" fill="hold" nodeType="withEffect">
                                  <p:stCondLst>
                                    <p:cond delay="12000"/>
                                  </p:stCondLst>
                                  <p:childTnLst>
                                    <p:set>
                                      <p:cBhvr>
                                        <p:cTn id="15" dur="1" fill="hold">
                                          <p:stCondLst>
                                            <p:cond delay="0"/>
                                          </p:stCondLst>
                                        </p:cTn>
                                        <p:tgtEl>
                                          <p:spTgt spid="5">
                                            <p:txEl>
                                              <p:pRg st="4" end="4"/>
                                            </p:txEl>
                                          </p:spTgt>
                                        </p:tgtEl>
                                        <p:attrNameLst>
                                          <p:attrName>style.visibility</p:attrName>
                                        </p:attrNameLst>
                                      </p:cBhvr>
                                      <p:to>
                                        <p:strVal val="visible"/>
                                      </p:to>
                                    </p:set>
                                  </p:childTnLst>
                                </p:cTn>
                              </p:par>
                              <p:par>
                                <p:cTn id="16" presetID="1" presetClass="entr" presetSubtype="0" fill="hold" nodeType="withEffect">
                                  <p:stCondLst>
                                    <p:cond delay="15000"/>
                                  </p:stCondLst>
                                  <p:childTnLst>
                                    <p:set>
                                      <p:cBhvr>
                                        <p:cTn id="17" dur="1" fill="hold">
                                          <p:stCondLst>
                                            <p:cond delay="0"/>
                                          </p:stCondLst>
                                        </p:cTn>
                                        <p:tgtEl>
                                          <p:spTgt spid="5">
                                            <p:txEl>
                                              <p:pRg st="6" end="6"/>
                                            </p:txEl>
                                          </p:spTgt>
                                        </p:tgtEl>
                                        <p:attrNameLst>
                                          <p:attrName>style.visibility</p:attrName>
                                        </p:attrNameLst>
                                      </p:cBhvr>
                                      <p:to>
                                        <p:strVal val="visible"/>
                                      </p:to>
                                    </p:set>
                                  </p:childTnLst>
                                </p:cTn>
                              </p:par>
                              <p:par>
                                <p:cTn id="18" presetID="1" presetClass="entr" presetSubtype="0" fill="hold" nodeType="withEffect">
                                  <p:stCondLst>
                                    <p:cond delay="18000"/>
                                  </p:stCondLst>
                                  <p:childTnLst>
                                    <p:set>
                                      <p:cBhvr>
                                        <p:cTn id="19"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2"/>
                </p:tgtEl>
              </p:cMediaNode>
            </p:audio>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4095A5-F60F-6E4F-BAB7-CFFD699C84F2}"/>
              </a:ext>
            </a:extLst>
          </p:cNvPr>
          <p:cNvSpPr txBox="1"/>
          <p:nvPr/>
        </p:nvSpPr>
        <p:spPr>
          <a:xfrm>
            <a:off x="5279136" y="3378291"/>
            <a:ext cx="2043268" cy="369332"/>
          </a:xfrm>
          <a:prstGeom prst="rect">
            <a:avLst/>
          </a:prstGeom>
          <a:noFill/>
        </p:spPr>
        <p:txBody>
          <a:bodyPr wrap="square" rtlCol="0">
            <a:spAutoFit/>
          </a:bodyPr>
          <a:lstStyle/>
          <a:p>
            <a:r>
              <a:rPr lang="en-PH" b="1" dirty="0">
                <a:solidFill>
                  <a:schemeClr val="accent6"/>
                </a:solidFill>
              </a:rPr>
              <a:t>E. All of the Above</a:t>
            </a:r>
          </a:p>
        </p:txBody>
      </p:sp>
      <p:sp>
        <p:nvSpPr>
          <p:cNvPr id="5" name="TextBox 4">
            <a:extLst>
              <a:ext uri="{FF2B5EF4-FFF2-40B4-BE49-F238E27FC236}">
                <a16:creationId xmlns:a16="http://schemas.microsoft.com/office/drawing/2014/main" id="{D7216517-B799-9541-8930-294971E40996}"/>
              </a:ext>
            </a:extLst>
          </p:cNvPr>
          <p:cNvSpPr txBox="1"/>
          <p:nvPr/>
        </p:nvSpPr>
        <p:spPr>
          <a:xfrm>
            <a:off x="3618531" y="2686222"/>
            <a:ext cx="5364479" cy="369332"/>
          </a:xfrm>
          <a:prstGeom prst="rect">
            <a:avLst/>
          </a:prstGeom>
          <a:noFill/>
        </p:spPr>
        <p:txBody>
          <a:bodyPr wrap="square" rtlCol="0">
            <a:spAutoFit/>
          </a:bodyPr>
          <a:lstStyle/>
          <a:p>
            <a:pPr algn="ctr"/>
            <a:r>
              <a:rPr lang="en-PH" b="1" dirty="0"/>
              <a:t>What is considered a major process change?</a:t>
            </a:r>
          </a:p>
        </p:txBody>
      </p:sp>
      <p:sp>
        <p:nvSpPr>
          <p:cNvPr id="6" name="TextBox 5">
            <a:extLst>
              <a:ext uri="{FF2B5EF4-FFF2-40B4-BE49-F238E27FC236}">
                <a16:creationId xmlns:a16="http://schemas.microsoft.com/office/drawing/2014/main" id="{27F29B11-4F37-294F-B687-223A57040B40}"/>
              </a:ext>
            </a:extLst>
          </p:cNvPr>
          <p:cNvSpPr txBox="1"/>
          <p:nvPr/>
        </p:nvSpPr>
        <p:spPr>
          <a:xfrm>
            <a:off x="3618532" y="1692989"/>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7" name="Picture 6" descr="A picture containing clock&#10;&#10;Description automatically generated">
            <a:extLst>
              <a:ext uri="{FF2B5EF4-FFF2-40B4-BE49-F238E27FC236}">
                <a16:creationId xmlns:a16="http://schemas.microsoft.com/office/drawing/2014/main" id="{6A43D057-46B6-B747-B153-17DB1E2AB1F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821211" y="542634"/>
            <a:ext cx="1905000" cy="1905000"/>
          </a:xfrm>
          <a:prstGeom prst="rect">
            <a:avLst/>
          </a:prstGeom>
        </p:spPr>
      </p:pic>
      <p:sp>
        <p:nvSpPr>
          <p:cNvPr id="8" name="TextBox 7">
            <a:extLst>
              <a:ext uri="{FF2B5EF4-FFF2-40B4-BE49-F238E27FC236}">
                <a16:creationId xmlns:a16="http://schemas.microsoft.com/office/drawing/2014/main" id="{1D48FF28-A684-1845-BD1B-90DFE7672CF5}"/>
              </a:ext>
            </a:extLst>
          </p:cNvPr>
          <p:cNvSpPr txBox="1"/>
          <p:nvPr/>
        </p:nvSpPr>
        <p:spPr>
          <a:xfrm>
            <a:off x="3618531" y="4008651"/>
            <a:ext cx="6016752" cy="1200329"/>
          </a:xfrm>
          <a:prstGeom prst="rect">
            <a:avLst/>
          </a:prstGeom>
          <a:noFill/>
        </p:spPr>
        <p:txBody>
          <a:bodyPr wrap="square" rtlCol="0">
            <a:spAutoFit/>
          </a:bodyPr>
          <a:lstStyle/>
          <a:p>
            <a:r>
              <a:rPr lang="en-PH" dirty="0"/>
              <a:t>Changes to the existing contract, a process to be executed outside of the existing contract, as well as changes in the process as a result of a process improvement initiative are considered major changes.</a:t>
            </a:r>
          </a:p>
        </p:txBody>
      </p:sp>
      <p:sp>
        <p:nvSpPr>
          <p:cNvPr id="9" name="Slide Number Placeholder 4">
            <a:extLst>
              <a:ext uri="{FF2B5EF4-FFF2-40B4-BE49-F238E27FC236}">
                <a16:creationId xmlns:a16="http://schemas.microsoft.com/office/drawing/2014/main" id="{E2ED03A7-442C-714C-8016-B6D2726C0A1D}"/>
              </a:ext>
            </a:extLst>
          </p:cNvPr>
          <p:cNvSpPr>
            <a:spLocks noGrp="1"/>
          </p:cNvSpPr>
          <p:nvPr>
            <p:ph type="sldNum" sz="quarter" idx="12"/>
          </p:nvPr>
        </p:nvSpPr>
        <p:spPr>
          <a:xfrm>
            <a:off x="8983011" y="6141832"/>
            <a:ext cx="2743200" cy="365125"/>
          </a:xfrm>
        </p:spPr>
        <p:txBody>
          <a:bodyPr/>
          <a:lstStyle/>
          <a:p>
            <a:fld id="{42B598A9-98DB-4919-8118-E0FFA01B43BD}" type="slidenum">
              <a:rPr lang="en-US" smtClean="0"/>
              <a:t>15</a:t>
            </a:fld>
            <a:endParaRPr lang="en-US" dirty="0"/>
          </a:p>
        </p:txBody>
      </p:sp>
      <p:pic>
        <p:nvPicPr>
          <p:cNvPr id="2" name="CM Slide 15 A4.m4a" descr="CM Slide 15 A4.m4a">
            <a:hlinkClick r:id="" action="ppaction://media"/>
            <a:extLst>
              <a:ext uri="{FF2B5EF4-FFF2-40B4-BE49-F238E27FC236}">
                <a16:creationId xmlns:a16="http://schemas.microsoft.com/office/drawing/2014/main" id="{2C535CDF-4D6E-C845-A4EC-514F99BEFE9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773711" y="5208980"/>
            <a:ext cx="812800" cy="812800"/>
          </a:xfrm>
          <a:prstGeom prst="rect">
            <a:avLst/>
          </a:prstGeom>
        </p:spPr>
      </p:pic>
    </p:spTree>
    <p:extLst>
      <p:ext uri="{BB962C8B-B14F-4D97-AF65-F5344CB8AC3E}">
        <p14:creationId xmlns:p14="http://schemas.microsoft.com/office/powerpoint/2010/main" val="1312341451"/>
      </p:ext>
    </p:extLst>
  </p:cSld>
  <p:clrMapOvr>
    <a:masterClrMapping/>
  </p:clrMapOvr>
  <mc:AlternateContent xmlns:mc="http://schemas.openxmlformats.org/markup-compatibility/2006" xmlns:p14="http://schemas.microsoft.com/office/powerpoint/2010/main">
    <mc:Choice Requires="p14">
      <p:transition spd="slow" p14:dur="3400" advClick="0" advTm="0">
        <p14:revea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840"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blinds(horizontal)">
                                      <p:cBhvr>
                                        <p:cTn id="9" dur="500"/>
                                        <p:tgtEl>
                                          <p:spTgt spid="4"/>
                                        </p:tgtEl>
                                      </p:cBhvr>
                                    </p:animEffect>
                                  </p:childTnLst>
                                </p:cTn>
                              </p:par>
                              <p:par>
                                <p:cTn id="10" presetID="1" presetClass="entr" presetSubtype="0" fill="hold" grpId="0" nodeType="withEffect">
                                  <p:stCondLst>
                                    <p:cond delay="400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4"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all, room, table&#10;&#10;Description automatically generated">
            <a:extLst>
              <a:ext uri="{FF2B5EF4-FFF2-40B4-BE49-F238E27FC236}">
                <a16:creationId xmlns:a16="http://schemas.microsoft.com/office/drawing/2014/main" id="{61E564DB-5D72-6F46-A6D9-8FF65EA3579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714787" y="351043"/>
            <a:ext cx="3279648" cy="2188808"/>
          </a:xfrm>
          <a:prstGeom prst="rect">
            <a:avLst/>
          </a:prstGeom>
        </p:spPr>
      </p:pic>
      <p:sp>
        <p:nvSpPr>
          <p:cNvPr id="5" name="TextBox 4">
            <a:extLst>
              <a:ext uri="{FF2B5EF4-FFF2-40B4-BE49-F238E27FC236}">
                <a16:creationId xmlns:a16="http://schemas.microsoft.com/office/drawing/2014/main" id="{FA4EA84E-5FFB-D447-8042-1CA730827436}"/>
              </a:ext>
            </a:extLst>
          </p:cNvPr>
          <p:cNvSpPr txBox="1"/>
          <p:nvPr/>
        </p:nvSpPr>
        <p:spPr>
          <a:xfrm>
            <a:off x="5506904" y="4019966"/>
            <a:ext cx="1177082" cy="923330"/>
          </a:xfrm>
          <a:prstGeom prst="rect">
            <a:avLst/>
          </a:prstGeom>
          <a:noFill/>
        </p:spPr>
        <p:txBody>
          <a:bodyPr wrap="square" rtlCol="0">
            <a:spAutoFit/>
          </a:bodyPr>
          <a:lstStyle/>
          <a:p>
            <a:pPr marL="342900" indent="-342900">
              <a:buFontTx/>
              <a:buAutoNum type="alphaUcPeriod"/>
            </a:pPr>
            <a:r>
              <a:rPr lang="en-PH" dirty="0"/>
              <a:t>True</a:t>
            </a:r>
          </a:p>
          <a:p>
            <a:pPr marL="342900" indent="-342900">
              <a:buFontTx/>
              <a:buAutoNum type="alphaUcPeriod"/>
            </a:pPr>
            <a:endParaRPr lang="en-PH" dirty="0"/>
          </a:p>
          <a:p>
            <a:pPr marL="342900" indent="-342900">
              <a:buFontTx/>
              <a:buAutoNum type="alphaUcPeriod"/>
            </a:pPr>
            <a:r>
              <a:rPr lang="en-PH" dirty="0"/>
              <a:t>False</a:t>
            </a:r>
          </a:p>
        </p:txBody>
      </p:sp>
      <p:sp>
        <p:nvSpPr>
          <p:cNvPr id="6" name="TextBox 5">
            <a:extLst>
              <a:ext uri="{FF2B5EF4-FFF2-40B4-BE49-F238E27FC236}">
                <a16:creationId xmlns:a16="http://schemas.microsoft.com/office/drawing/2014/main" id="{94AD8F07-0215-3C46-99C9-7DE376340FB1}"/>
              </a:ext>
            </a:extLst>
          </p:cNvPr>
          <p:cNvSpPr txBox="1"/>
          <p:nvPr/>
        </p:nvSpPr>
        <p:spPr>
          <a:xfrm>
            <a:off x="3413206" y="2956743"/>
            <a:ext cx="5364479" cy="646331"/>
          </a:xfrm>
          <a:prstGeom prst="rect">
            <a:avLst/>
          </a:prstGeom>
          <a:noFill/>
        </p:spPr>
        <p:txBody>
          <a:bodyPr wrap="square" rtlCol="0">
            <a:spAutoFit/>
          </a:bodyPr>
          <a:lstStyle/>
          <a:p>
            <a:pPr algn="ctr"/>
            <a:r>
              <a:rPr lang="en-PH" b="1" dirty="0"/>
              <a:t>A process can be implemented without PCR as long as there is an approval from the PE/DPE of the account.</a:t>
            </a:r>
          </a:p>
        </p:txBody>
      </p:sp>
      <p:sp>
        <p:nvSpPr>
          <p:cNvPr id="7" name="TextBox 6">
            <a:extLst>
              <a:ext uri="{FF2B5EF4-FFF2-40B4-BE49-F238E27FC236}">
                <a16:creationId xmlns:a16="http://schemas.microsoft.com/office/drawing/2014/main" id="{2188A774-055C-4345-B4AA-8C9A392DD409}"/>
              </a:ext>
            </a:extLst>
          </p:cNvPr>
          <p:cNvSpPr txBox="1"/>
          <p:nvPr/>
        </p:nvSpPr>
        <p:spPr>
          <a:xfrm>
            <a:off x="3413760" y="1893520"/>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sp>
        <p:nvSpPr>
          <p:cNvPr id="8" name="Slide Number Placeholder 4">
            <a:extLst>
              <a:ext uri="{FF2B5EF4-FFF2-40B4-BE49-F238E27FC236}">
                <a16:creationId xmlns:a16="http://schemas.microsoft.com/office/drawing/2014/main" id="{8202ABC1-FD0D-1A49-8830-8DFC81227C6B}"/>
              </a:ext>
            </a:extLst>
          </p:cNvPr>
          <p:cNvSpPr>
            <a:spLocks noGrp="1"/>
          </p:cNvSpPr>
          <p:nvPr>
            <p:ph type="sldNum" sz="quarter" idx="12"/>
          </p:nvPr>
        </p:nvSpPr>
        <p:spPr>
          <a:xfrm>
            <a:off x="8983011" y="6141832"/>
            <a:ext cx="2743200" cy="365125"/>
          </a:xfrm>
        </p:spPr>
        <p:txBody>
          <a:bodyPr/>
          <a:lstStyle/>
          <a:p>
            <a:fld id="{42B598A9-98DB-4919-8118-E0FFA01B43BD}" type="slidenum">
              <a:rPr lang="en-US" smtClean="0"/>
              <a:t>16</a:t>
            </a:fld>
            <a:endParaRPr lang="en-US" dirty="0"/>
          </a:p>
        </p:txBody>
      </p:sp>
      <p:pic>
        <p:nvPicPr>
          <p:cNvPr id="2" name="CM Slide 16 Q5.m4a" descr="CM Slide 16 Q5.m4a">
            <a:hlinkClick r:id="" action="ppaction://media"/>
            <a:extLst>
              <a:ext uri="{FF2B5EF4-FFF2-40B4-BE49-F238E27FC236}">
                <a16:creationId xmlns:a16="http://schemas.microsoft.com/office/drawing/2014/main" id="{FE059D99-D15A-C247-84A3-1BD51CCAFDF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13411" y="5329032"/>
            <a:ext cx="812800" cy="812800"/>
          </a:xfrm>
          <a:prstGeom prst="rect">
            <a:avLst/>
          </a:prstGeom>
        </p:spPr>
      </p:pic>
    </p:spTree>
    <p:extLst>
      <p:ext uri="{BB962C8B-B14F-4D97-AF65-F5344CB8AC3E}">
        <p14:creationId xmlns:p14="http://schemas.microsoft.com/office/powerpoint/2010/main" val="3876933098"/>
      </p:ext>
    </p:extLst>
  </p:cSld>
  <p:clrMapOvr>
    <a:masterClrMapping/>
  </p:clrMapOvr>
  <p:transition spd="slow" advClick="0" advTm="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58" fill="hold"/>
                                        <p:tgtEl>
                                          <p:spTgt spid="2"/>
                                        </p:tgtEl>
                                      </p:cBhvr>
                                    </p:cmd>
                                  </p:childTnLst>
                                </p:cTn>
                              </p:par>
                              <p:par>
                                <p:cTn id="7" presetID="3" presetClass="entr" presetSubtype="10" fill="hold" grpId="0" nodeType="withEffect">
                                  <p:stCondLst>
                                    <p:cond delay="5000"/>
                                  </p:stCondLst>
                                  <p:childTnLst>
                                    <p:set>
                                      <p:cBhvr>
                                        <p:cTn id="8" dur="1" fill="hold">
                                          <p:stCondLst>
                                            <p:cond delay="0"/>
                                          </p:stCondLst>
                                        </p:cTn>
                                        <p:tgtEl>
                                          <p:spTgt spid="6"/>
                                        </p:tgtEl>
                                        <p:attrNameLst>
                                          <p:attrName>style.visibility</p:attrName>
                                        </p:attrNameLst>
                                      </p:cBhvr>
                                      <p:to>
                                        <p:strVal val="visible"/>
                                      </p:to>
                                    </p:set>
                                    <p:animEffect transition="in" filter="blinds(horizontal)">
                                      <p:cBhvr>
                                        <p:cTn id="9" dur="500"/>
                                        <p:tgtEl>
                                          <p:spTgt spid="6"/>
                                        </p:tgtEl>
                                      </p:cBhvr>
                                    </p:animEffect>
                                  </p:childTnLst>
                                </p:cTn>
                              </p:par>
                              <p:par>
                                <p:cTn id="10" presetID="1" presetClass="entr" presetSubtype="0" fill="hold" grpId="0" nodeType="withEffect">
                                  <p:stCondLst>
                                    <p:cond delay="1300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4095A5-F60F-6E4F-BAB7-CFFD699C84F2}"/>
              </a:ext>
            </a:extLst>
          </p:cNvPr>
          <p:cNvSpPr txBox="1"/>
          <p:nvPr/>
        </p:nvSpPr>
        <p:spPr>
          <a:xfrm>
            <a:off x="5700316" y="3979095"/>
            <a:ext cx="1200912" cy="369332"/>
          </a:xfrm>
          <a:prstGeom prst="rect">
            <a:avLst/>
          </a:prstGeom>
          <a:noFill/>
        </p:spPr>
        <p:txBody>
          <a:bodyPr wrap="square" rtlCol="0">
            <a:spAutoFit/>
          </a:bodyPr>
          <a:lstStyle/>
          <a:p>
            <a:r>
              <a:rPr lang="en-PH" b="1" dirty="0">
                <a:solidFill>
                  <a:schemeClr val="accent6"/>
                </a:solidFill>
              </a:rPr>
              <a:t>A. True</a:t>
            </a:r>
          </a:p>
        </p:txBody>
      </p:sp>
      <p:sp>
        <p:nvSpPr>
          <p:cNvPr id="6" name="TextBox 5">
            <a:extLst>
              <a:ext uri="{FF2B5EF4-FFF2-40B4-BE49-F238E27FC236}">
                <a16:creationId xmlns:a16="http://schemas.microsoft.com/office/drawing/2014/main" id="{27F29B11-4F37-294F-B687-223A57040B40}"/>
              </a:ext>
            </a:extLst>
          </p:cNvPr>
          <p:cNvSpPr txBox="1"/>
          <p:nvPr/>
        </p:nvSpPr>
        <p:spPr>
          <a:xfrm>
            <a:off x="3618532" y="1905755"/>
            <a:ext cx="5364479" cy="646331"/>
          </a:xfrm>
          <a:prstGeom prst="rect">
            <a:avLst/>
          </a:prstGeom>
          <a:noFill/>
        </p:spPr>
        <p:txBody>
          <a:bodyPr wrap="square" rtlCol="0">
            <a:spAutoFit/>
          </a:bodyPr>
          <a:lstStyle/>
          <a:p>
            <a:pPr algn="ctr"/>
            <a:r>
              <a:rPr lang="en-PH" sz="3600" b="1" dirty="0">
                <a:solidFill>
                  <a:schemeClr val="accent6"/>
                </a:solidFill>
              </a:rPr>
              <a:t>KNOWLEDGE CHECK</a:t>
            </a:r>
            <a:endParaRPr lang="en-US" sz="3600" dirty="0">
              <a:solidFill>
                <a:schemeClr val="accent6"/>
              </a:solidFill>
            </a:endParaRPr>
          </a:p>
        </p:txBody>
      </p:sp>
      <p:pic>
        <p:nvPicPr>
          <p:cNvPr id="7" name="Picture 6" descr="A picture containing clock&#10;&#10;Description automatically generated">
            <a:extLst>
              <a:ext uri="{FF2B5EF4-FFF2-40B4-BE49-F238E27FC236}">
                <a16:creationId xmlns:a16="http://schemas.microsoft.com/office/drawing/2014/main" id="{6A43D057-46B6-B747-B153-17DB1E2AB1F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821211" y="351043"/>
            <a:ext cx="1905000" cy="1905000"/>
          </a:xfrm>
          <a:prstGeom prst="rect">
            <a:avLst/>
          </a:prstGeom>
        </p:spPr>
      </p:pic>
      <p:sp>
        <p:nvSpPr>
          <p:cNvPr id="8" name="TextBox 7">
            <a:extLst>
              <a:ext uri="{FF2B5EF4-FFF2-40B4-BE49-F238E27FC236}">
                <a16:creationId xmlns:a16="http://schemas.microsoft.com/office/drawing/2014/main" id="{1D48FF28-A684-1845-BD1B-90DFE7672CF5}"/>
              </a:ext>
            </a:extLst>
          </p:cNvPr>
          <p:cNvSpPr txBox="1"/>
          <p:nvPr/>
        </p:nvSpPr>
        <p:spPr>
          <a:xfrm>
            <a:off x="4215108" y="4377692"/>
            <a:ext cx="4171327" cy="646331"/>
          </a:xfrm>
          <a:prstGeom prst="rect">
            <a:avLst/>
          </a:prstGeom>
          <a:noFill/>
        </p:spPr>
        <p:txBody>
          <a:bodyPr wrap="square" rtlCol="0">
            <a:spAutoFit/>
          </a:bodyPr>
          <a:lstStyle/>
          <a:p>
            <a:r>
              <a:rPr lang="en-PH" dirty="0"/>
              <a:t>Yes, if it will be logged under Work at Risk.</a:t>
            </a:r>
          </a:p>
          <a:p>
            <a:endParaRPr lang="en-US" dirty="0"/>
          </a:p>
        </p:txBody>
      </p:sp>
      <p:sp>
        <p:nvSpPr>
          <p:cNvPr id="9" name="Slide Number Placeholder 4">
            <a:extLst>
              <a:ext uri="{FF2B5EF4-FFF2-40B4-BE49-F238E27FC236}">
                <a16:creationId xmlns:a16="http://schemas.microsoft.com/office/drawing/2014/main" id="{ABADC796-2A71-0F4D-8208-E414088B4811}"/>
              </a:ext>
            </a:extLst>
          </p:cNvPr>
          <p:cNvSpPr>
            <a:spLocks noGrp="1"/>
          </p:cNvSpPr>
          <p:nvPr>
            <p:ph type="sldNum" sz="quarter" idx="12"/>
          </p:nvPr>
        </p:nvSpPr>
        <p:spPr>
          <a:xfrm>
            <a:off x="8983011" y="6141832"/>
            <a:ext cx="2743200" cy="365125"/>
          </a:xfrm>
        </p:spPr>
        <p:txBody>
          <a:bodyPr/>
          <a:lstStyle/>
          <a:p>
            <a:fld id="{42B598A9-98DB-4919-8118-E0FFA01B43BD}" type="slidenum">
              <a:rPr lang="en-US" smtClean="0"/>
              <a:t>17</a:t>
            </a:fld>
            <a:endParaRPr lang="en-US" dirty="0"/>
          </a:p>
        </p:txBody>
      </p:sp>
      <p:sp>
        <p:nvSpPr>
          <p:cNvPr id="10" name="Slide Number Placeholder 4">
            <a:extLst>
              <a:ext uri="{FF2B5EF4-FFF2-40B4-BE49-F238E27FC236}">
                <a16:creationId xmlns:a16="http://schemas.microsoft.com/office/drawing/2014/main" id="{3A4D396C-0F5C-064F-A9DD-B064A2961186}"/>
              </a:ext>
            </a:extLst>
          </p:cNvPr>
          <p:cNvSpPr txBox="1">
            <a:spLocks/>
          </p:cNvSpPr>
          <p:nvPr/>
        </p:nvSpPr>
        <p:spPr>
          <a:xfrm>
            <a:off x="9135411" y="629423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2B598A9-98DB-4919-8118-E0FFA01B43BD}" type="slidenum">
              <a:rPr lang="en-US" smtClean="0"/>
              <a:pPr/>
              <a:t>17</a:t>
            </a:fld>
            <a:endParaRPr lang="en-US" dirty="0"/>
          </a:p>
        </p:txBody>
      </p:sp>
      <p:sp>
        <p:nvSpPr>
          <p:cNvPr id="11" name="TextBox 10">
            <a:extLst>
              <a:ext uri="{FF2B5EF4-FFF2-40B4-BE49-F238E27FC236}">
                <a16:creationId xmlns:a16="http://schemas.microsoft.com/office/drawing/2014/main" id="{0EB2F3C9-C317-9C47-9FD4-EB72A5749589}"/>
              </a:ext>
            </a:extLst>
          </p:cNvPr>
          <p:cNvSpPr txBox="1"/>
          <p:nvPr/>
        </p:nvSpPr>
        <p:spPr>
          <a:xfrm>
            <a:off x="3514137" y="2836307"/>
            <a:ext cx="5364479" cy="923330"/>
          </a:xfrm>
          <a:prstGeom prst="rect">
            <a:avLst/>
          </a:prstGeom>
          <a:noFill/>
        </p:spPr>
        <p:txBody>
          <a:bodyPr wrap="square" rtlCol="0">
            <a:spAutoFit/>
          </a:bodyPr>
          <a:lstStyle/>
          <a:p>
            <a:pPr algn="ctr"/>
            <a:r>
              <a:rPr lang="en-PH" dirty="0"/>
              <a:t>Answer: </a:t>
            </a:r>
            <a:r>
              <a:rPr lang="en-PH" b="1" dirty="0"/>
              <a:t>A process can be implemented without PCR as long as there is a documented approval from the PE/DPE of the account.</a:t>
            </a:r>
          </a:p>
        </p:txBody>
      </p:sp>
      <p:pic>
        <p:nvPicPr>
          <p:cNvPr id="2" name="CM Slide 17 A5.m4a" descr="CM Slide 17 A5.m4a">
            <a:hlinkClick r:id="" action="ppaction://media"/>
            <a:extLst>
              <a:ext uri="{FF2B5EF4-FFF2-40B4-BE49-F238E27FC236}">
                <a16:creationId xmlns:a16="http://schemas.microsoft.com/office/drawing/2014/main" id="{7474A638-8855-1543-9C96-A7D5153C48E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913411" y="5291818"/>
            <a:ext cx="812800" cy="812800"/>
          </a:xfrm>
          <a:prstGeom prst="rect">
            <a:avLst/>
          </a:prstGeom>
        </p:spPr>
      </p:pic>
    </p:spTree>
    <p:extLst>
      <p:ext uri="{BB962C8B-B14F-4D97-AF65-F5344CB8AC3E}">
        <p14:creationId xmlns:p14="http://schemas.microsoft.com/office/powerpoint/2010/main" val="2294497932"/>
      </p:ext>
    </p:extLst>
  </p:cSld>
  <p:clrMapOvr>
    <a:masterClrMapping/>
  </p:clrMapOvr>
  <mc:AlternateContent xmlns:mc="http://schemas.openxmlformats.org/markup-compatibility/2006" xmlns:p14="http://schemas.microsoft.com/office/powerpoint/2010/main">
    <mc:Choice Requires="p14">
      <p:transition spd="slow" p14:dur="3400" advClick="0" advTm="0">
        <p14:revea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72" fill="hold"/>
                                        <p:tgtEl>
                                          <p:spTgt spid="2"/>
                                        </p:tgtEl>
                                      </p:cBhvr>
                                    </p:cmd>
                                  </p:childTnLst>
                                </p:cTn>
                              </p:par>
                              <p:par>
                                <p:cTn id="7" presetID="3" presetClass="entr" presetSubtype="10" fill="hold" grpId="0"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blinds(horizontal)">
                                      <p:cBhvr>
                                        <p:cTn id="9" dur="500"/>
                                        <p:tgtEl>
                                          <p:spTgt spid="4"/>
                                        </p:tgtEl>
                                      </p:cBhvr>
                                    </p:animEffect>
                                  </p:childTnLst>
                                </p:cTn>
                              </p:par>
                              <p:par>
                                <p:cTn id="10" presetID="1" presetClass="entr" presetSubtype="0" fill="hold" grpId="0" nodeType="withEffect">
                                  <p:stCondLst>
                                    <p:cond delay="200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4"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18</a:t>
            </a:fld>
            <a:endParaRPr lang="en-US"/>
          </a:p>
        </p:txBody>
      </p:sp>
      <p:sp>
        <p:nvSpPr>
          <p:cNvPr id="6" name="Title 3">
            <a:extLst>
              <a:ext uri="{FF2B5EF4-FFF2-40B4-BE49-F238E27FC236}">
                <a16:creationId xmlns:a16="http://schemas.microsoft.com/office/drawing/2014/main" id="{B2115DD9-4817-C746-9235-67A81481B1C9}"/>
              </a:ext>
            </a:extLst>
          </p:cNvPr>
          <p:cNvSpPr>
            <a:spLocks noGrp="1"/>
          </p:cNvSpPr>
          <p:nvPr>
            <p:ph type="title"/>
          </p:nvPr>
        </p:nvSpPr>
        <p:spPr>
          <a:xfrm>
            <a:off x="186777" y="1343663"/>
            <a:ext cx="4010468" cy="1201397"/>
          </a:xfrm>
        </p:spPr>
        <p:txBody>
          <a:bodyPr>
            <a:normAutofit fontScale="90000"/>
          </a:bodyPr>
          <a:lstStyle/>
          <a:p>
            <a:pPr algn="ctr"/>
            <a:r>
              <a:rPr lang="en-US" dirty="0">
                <a:solidFill>
                  <a:schemeClr val="accent5"/>
                </a:solidFill>
                <a:latin typeface="Calibri" panose="020F0502020204030204" pitchFamily="34" charset="0"/>
                <a:cs typeface="Calibri" panose="020F0502020204030204" pitchFamily="34" charset="0"/>
              </a:rPr>
              <a:t>MDC Percolator Tool</a:t>
            </a:r>
            <a:br>
              <a:rPr lang="en-US" dirty="0">
                <a:solidFill>
                  <a:schemeClr val="accent5"/>
                </a:solidFill>
                <a:latin typeface="Calibri" panose="020F0502020204030204" pitchFamily="34" charset="0"/>
                <a:cs typeface="Calibri" panose="020F0502020204030204" pitchFamily="34" charset="0"/>
              </a:rPr>
            </a:br>
            <a:r>
              <a:rPr lang="en-US" dirty="0">
                <a:solidFill>
                  <a:schemeClr val="accent5"/>
                </a:solidFill>
                <a:latin typeface="Calibri" panose="020F0502020204030204" pitchFamily="34" charset="0"/>
                <a:cs typeface="Calibri" panose="020F0502020204030204" pitchFamily="34" charset="0"/>
              </a:rPr>
              <a:t>Walkthrough</a:t>
            </a:r>
          </a:p>
        </p:txBody>
      </p:sp>
      <p:pic>
        <p:nvPicPr>
          <p:cNvPr id="8" name="Picture 7" descr="A close up of a logo&#10;&#10;Description automatically generated">
            <a:extLst>
              <a:ext uri="{FF2B5EF4-FFF2-40B4-BE49-F238E27FC236}">
                <a16:creationId xmlns:a16="http://schemas.microsoft.com/office/drawing/2014/main" id="{2470501F-0CB7-BA42-98F7-5FFDD97F9A4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43234" y="2813649"/>
            <a:ext cx="2477829" cy="2477829"/>
          </a:xfrm>
          <a:prstGeom prst="rect">
            <a:avLst/>
          </a:prstGeom>
        </p:spPr>
      </p:pic>
      <p:pic>
        <p:nvPicPr>
          <p:cNvPr id="2" name="CM Slide 18 Perc log-in.m4a" descr="CM Slide 18 Perc log-in.m4a">
            <a:hlinkClick r:id="" action="ppaction://media"/>
            <a:extLst>
              <a:ext uri="{FF2B5EF4-FFF2-40B4-BE49-F238E27FC236}">
                <a16:creationId xmlns:a16="http://schemas.microsoft.com/office/drawing/2014/main" id="{4E1F5649-6E97-2A41-90F1-CC07B014C8E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851376" y="5291478"/>
            <a:ext cx="812800" cy="812800"/>
          </a:xfrm>
          <a:prstGeom prst="rect">
            <a:avLst/>
          </a:prstGeom>
        </p:spPr>
      </p:pic>
      <p:pic>
        <p:nvPicPr>
          <p:cNvPr id="3" name="Picture 2">
            <a:extLst>
              <a:ext uri="{FF2B5EF4-FFF2-40B4-BE49-F238E27FC236}">
                <a16:creationId xmlns:a16="http://schemas.microsoft.com/office/drawing/2014/main" id="{666C25DD-B081-1A4C-8B7A-717C5D06F940}"/>
              </a:ext>
            </a:extLst>
          </p:cNvPr>
          <p:cNvPicPr>
            <a:picLocks noChangeAspect="1"/>
          </p:cNvPicPr>
          <p:nvPr/>
        </p:nvPicPr>
        <p:blipFill>
          <a:blip r:embed="rId8"/>
          <a:stretch>
            <a:fillRect/>
          </a:stretch>
        </p:blipFill>
        <p:spPr>
          <a:xfrm>
            <a:off x="4423128" y="965824"/>
            <a:ext cx="6428248" cy="5636302"/>
          </a:xfrm>
          <a:prstGeom prst="rect">
            <a:avLst/>
          </a:prstGeom>
        </p:spPr>
      </p:pic>
    </p:spTree>
    <p:extLst>
      <p:ext uri="{BB962C8B-B14F-4D97-AF65-F5344CB8AC3E}">
        <p14:creationId xmlns:p14="http://schemas.microsoft.com/office/powerpoint/2010/main" val="39619423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ageCurlDoubl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00" fill="hold"/>
                                        <p:tgtEl>
                                          <p:spTgt spid="2"/>
                                        </p:tgtEl>
                                      </p:cBhvr>
                                    </p:cmd>
                                  </p:childTnLst>
                                </p:cTn>
                              </p:par>
                              <p:par>
                                <p:cTn id="7" presetID="1" presetClass="entr" presetSubtype="0" fill="hold" nodeType="withEffect">
                                  <p:stCondLst>
                                    <p:cond delay="600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9"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19</a:t>
            </a:fld>
            <a:endParaRPr lang="en-US"/>
          </a:p>
        </p:txBody>
      </p:sp>
      <p:sp>
        <p:nvSpPr>
          <p:cNvPr id="7" name="Title 3">
            <a:extLst>
              <a:ext uri="{FF2B5EF4-FFF2-40B4-BE49-F238E27FC236}">
                <a16:creationId xmlns:a16="http://schemas.microsoft.com/office/drawing/2014/main" id="{0EAEF554-2B0A-B640-991B-2755379FFDFF}"/>
              </a:ext>
            </a:extLst>
          </p:cNvPr>
          <p:cNvSpPr>
            <a:spLocks noGrp="1"/>
          </p:cNvSpPr>
          <p:nvPr>
            <p:ph type="title"/>
          </p:nvPr>
        </p:nvSpPr>
        <p:spPr>
          <a:xfrm>
            <a:off x="628649" y="365126"/>
            <a:ext cx="7353815" cy="1201397"/>
          </a:xfrm>
        </p:spPr>
        <p:txBody>
          <a:bodyPr>
            <a:normAutofit/>
          </a:bodyPr>
          <a:lstStyle/>
          <a:p>
            <a:r>
              <a:rPr lang="en-US" dirty="0">
                <a:solidFill>
                  <a:schemeClr val="accent5"/>
                </a:solidFill>
                <a:latin typeface="Calibri" panose="020F0502020204030204" pitchFamily="34" charset="0"/>
                <a:cs typeface="Calibri" panose="020F0502020204030204" pitchFamily="34" charset="0"/>
              </a:rPr>
              <a:t>Change Management Workflow</a:t>
            </a:r>
          </a:p>
        </p:txBody>
      </p:sp>
      <p:sp>
        <p:nvSpPr>
          <p:cNvPr id="8" name="Freeform 7">
            <a:extLst>
              <a:ext uri="{FF2B5EF4-FFF2-40B4-BE49-F238E27FC236}">
                <a16:creationId xmlns:a16="http://schemas.microsoft.com/office/drawing/2014/main" id="{0CBE373C-8265-6447-90EC-D5A0683D6BFE}"/>
              </a:ext>
            </a:extLst>
          </p:cNvPr>
          <p:cNvSpPr/>
          <p:nvPr/>
        </p:nvSpPr>
        <p:spPr>
          <a:xfrm>
            <a:off x="1453762" y="2298700"/>
            <a:ext cx="2515652" cy="640923"/>
          </a:xfrm>
          <a:custGeom>
            <a:avLst/>
            <a:gdLst>
              <a:gd name="connsiteX0" fmla="*/ 0 w 2515652"/>
              <a:gd name="connsiteY0" fmla="*/ 64092 h 640923"/>
              <a:gd name="connsiteX1" fmla="*/ 64092 w 2515652"/>
              <a:gd name="connsiteY1" fmla="*/ 0 h 640923"/>
              <a:gd name="connsiteX2" fmla="*/ 2451560 w 2515652"/>
              <a:gd name="connsiteY2" fmla="*/ 0 h 640923"/>
              <a:gd name="connsiteX3" fmla="*/ 2515652 w 2515652"/>
              <a:gd name="connsiteY3" fmla="*/ 64092 h 640923"/>
              <a:gd name="connsiteX4" fmla="*/ 2515652 w 2515652"/>
              <a:gd name="connsiteY4" fmla="*/ 576831 h 640923"/>
              <a:gd name="connsiteX5" fmla="*/ 2451560 w 2515652"/>
              <a:gd name="connsiteY5" fmla="*/ 640923 h 640923"/>
              <a:gd name="connsiteX6" fmla="*/ 64092 w 2515652"/>
              <a:gd name="connsiteY6" fmla="*/ 640923 h 640923"/>
              <a:gd name="connsiteX7" fmla="*/ 0 w 2515652"/>
              <a:gd name="connsiteY7" fmla="*/ 576831 h 640923"/>
              <a:gd name="connsiteX8" fmla="*/ 0 w 2515652"/>
              <a:gd name="connsiteY8" fmla="*/ 64092 h 6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5652" h="640923">
                <a:moveTo>
                  <a:pt x="0" y="64092"/>
                </a:moveTo>
                <a:cubicBezTo>
                  <a:pt x="0" y="28695"/>
                  <a:pt x="28695" y="0"/>
                  <a:pt x="64092" y="0"/>
                </a:cubicBezTo>
                <a:lnTo>
                  <a:pt x="2451560" y="0"/>
                </a:lnTo>
                <a:cubicBezTo>
                  <a:pt x="2486957" y="0"/>
                  <a:pt x="2515652" y="28695"/>
                  <a:pt x="2515652" y="64092"/>
                </a:cubicBezTo>
                <a:lnTo>
                  <a:pt x="2515652" y="576831"/>
                </a:lnTo>
                <a:cubicBezTo>
                  <a:pt x="2515652" y="612228"/>
                  <a:pt x="2486957" y="640923"/>
                  <a:pt x="2451560" y="640923"/>
                </a:cubicBezTo>
                <a:lnTo>
                  <a:pt x="64092" y="640923"/>
                </a:lnTo>
                <a:cubicBezTo>
                  <a:pt x="28695" y="640923"/>
                  <a:pt x="0" y="612228"/>
                  <a:pt x="0" y="576831"/>
                </a:cubicBezTo>
                <a:lnTo>
                  <a:pt x="0" y="64092"/>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7352" tIns="87352" rIns="87352" bIns="87352" numCol="1" spcCol="1270" anchor="ctr" anchorCtr="0">
            <a:noAutofit/>
          </a:bodyPr>
          <a:lstStyle/>
          <a:p>
            <a:pPr marL="0" lvl="0" indent="0" algn="ctr" defTabSz="800100">
              <a:lnSpc>
                <a:spcPct val="90000"/>
              </a:lnSpc>
              <a:spcBef>
                <a:spcPct val="0"/>
              </a:spcBef>
              <a:spcAft>
                <a:spcPct val="35000"/>
              </a:spcAft>
              <a:buNone/>
            </a:pPr>
            <a:r>
              <a:rPr lang="en-US" sz="1800" kern="1200" dirty="0"/>
              <a:t>General Information</a:t>
            </a:r>
          </a:p>
        </p:txBody>
      </p:sp>
      <p:sp>
        <p:nvSpPr>
          <p:cNvPr id="9" name="Freeform 8">
            <a:extLst>
              <a:ext uri="{FF2B5EF4-FFF2-40B4-BE49-F238E27FC236}">
                <a16:creationId xmlns:a16="http://schemas.microsoft.com/office/drawing/2014/main" id="{3906F3EE-8BC5-AE40-AE85-81C522E4289B}"/>
              </a:ext>
            </a:extLst>
          </p:cNvPr>
          <p:cNvSpPr/>
          <p:nvPr/>
        </p:nvSpPr>
        <p:spPr>
          <a:xfrm>
            <a:off x="2526359" y="2978776"/>
            <a:ext cx="288415" cy="243879"/>
          </a:xfrm>
          <a:custGeom>
            <a:avLst/>
            <a:gdLst>
              <a:gd name="connsiteX0" fmla="*/ 0 w 243879"/>
              <a:gd name="connsiteY0" fmla="*/ 57683 h 288415"/>
              <a:gd name="connsiteX1" fmla="*/ 121940 w 243879"/>
              <a:gd name="connsiteY1" fmla="*/ 57683 h 288415"/>
              <a:gd name="connsiteX2" fmla="*/ 121940 w 243879"/>
              <a:gd name="connsiteY2" fmla="*/ 0 h 288415"/>
              <a:gd name="connsiteX3" fmla="*/ 243879 w 243879"/>
              <a:gd name="connsiteY3" fmla="*/ 144208 h 288415"/>
              <a:gd name="connsiteX4" fmla="*/ 121940 w 243879"/>
              <a:gd name="connsiteY4" fmla="*/ 288415 h 288415"/>
              <a:gd name="connsiteX5" fmla="*/ 121940 w 243879"/>
              <a:gd name="connsiteY5" fmla="*/ 230732 h 288415"/>
              <a:gd name="connsiteX6" fmla="*/ 0 w 243879"/>
              <a:gd name="connsiteY6" fmla="*/ 230732 h 288415"/>
              <a:gd name="connsiteX7" fmla="*/ 0 w 243879"/>
              <a:gd name="connsiteY7" fmla="*/ 57683 h 28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79" h="288415">
                <a:moveTo>
                  <a:pt x="195103" y="1"/>
                </a:moveTo>
                <a:lnTo>
                  <a:pt x="195103" y="144208"/>
                </a:lnTo>
                <a:lnTo>
                  <a:pt x="243879" y="144208"/>
                </a:lnTo>
                <a:lnTo>
                  <a:pt x="121939" y="288414"/>
                </a:lnTo>
                <a:lnTo>
                  <a:pt x="0" y="144208"/>
                </a:lnTo>
                <a:lnTo>
                  <a:pt x="48776" y="144208"/>
                </a:lnTo>
                <a:lnTo>
                  <a:pt x="48776" y="1"/>
                </a:lnTo>
                <a:lnTo>
                  <a:pt x="195103" y="1"/>
                </a:lnTo>
                <a:close/>
              </a:path>
            </a:pathLst>
          </a:cu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683" tIns="0" rIns="57683" bIns="73164" numCol="1" spcCol="1270" anchor="ctr" anchorCtr="0">
            <a:noAutofit/>
          </a:bodyPr>
          <a:lstStyle/>
          <a:p>
            <a:pPr marL="0" lvl="0" indent="0" algn="ctr" defTabSz="533400">
              <a:lnSpc>
                <a:spcPct val="90000"/>
              </a:lnSpc>
              <a:spcBef>
                <a:spcPct val="0"/>
              </a:spcBef>
              <a:spcAft>
                <a:spcPct val="35000"/>
              </a:spcAft>
              <a:buNone/>
            </a:pPr>
            <a:endParaRPr lang="en-US" sz="1200" kern="1200"/>
          </a:p>
        </p:txBody>
      </p:sp>
      <p:sp>
        <p:nvSpPr>
          <p:cNvPr id="10" name="Freeform 9">
            <a:extLst>
              <a:ext uri="{FF2B5EF4-FFF2-40B4-BE49-F238E27FC236}">
                <a16:creationId xmlns:a16="http://schemas.microsoft.com/office/drawing/2014/main" id="{0969F87E-43E3-DC4D-944D-1B872F52708F}"/>
              </a:ext>
            </a:extLst>
          </p:cNvPr>
          <p:cNvSpPr/>
          <p:nvPr/>
        </p:nvSpPr>
        <p:spPr>
          <a:xfrm>
            <a:off x="1412740" y="3260084"/>
            <a:ext cx="2515652" cy="640923"/>
          </a:xfrm>
          <a:custGeom>
            <a:avLst/>
            <a:gdLst>
              <a:gd name="connsiteX0" fmla="*/ 0 w 2350079"/>
              <a:gd name="connsiteY0" fmla="*/ 64092 h 640923"/>
              <a:gd name="connsiteX1" fmla="*/ 64092 w 2350079"/>
              <a:gd name="connsiteY1" fmla="*/ 0 h 640923"/>
              <a:gd name="connsiteX2" fmla="*/ 2285987 w 2350079"/>
              <a:gd name="connsiteY2" fmla="*/ 0 h 640923"/>
              <a:gd name="connsiteX3" fmla="*/ 2350079 w 2350079"/>
              <a:gd name="connsiteY3" fmla="*/ 64092 h 640923"/>
              <a:gd name="connsiteX4" fmla="*/ 2350079 w 2350079"/>
              <a:gd name="connsiteY4" fmla="*/ 576831 h 640923"/>
              <a:gd name="connsiteX5" fmla="*/ 2285987 w 2350079"/>
              <a:gd name="connsiteY5" fmla="*/ 640923 h 640923"/>
              <a:gd name="connsiteX6" fmla="*/ 64092 w 2350079"/>
              <a:gd name="connsiteY6" fmla="*/ 640923 h 640923"/>
              <a:gd name="connsiteX7" fmla="*/ 0 w 2350079"/>
              <a:gd name="connsiteY7" fmla="*/ 576831 h 640923"/>
              <a:gd name="connsiteX8" fmla="*/ 0 w 2350079"/>
              <a:gd name="connsiteY8" fmla="*/ 64092 h 6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0079" h="640923">
                <a:moveTo>
                  <a:pt x="0" y="64092"/>
                </a:moveTo>
                <a:cubicBezTo>
                  <a:pt x="0" y="28695"/>
                  <a:pt x="28695" y="0"/>
                  <a:pt x="64092" y="0"/>
                </a:cubicBezTo>
                <a:lnTo>
                  <a:pt x="2285987" y="0"/>
                </a:lnTo>
                <a:cubicBezTo>
                  <a:pt x="2321384" y="0"/>
                  <a:pt x="2350079" y="28695"/>
                  <a:pt x="2350079" y="64092"/>
                </a:cubicBezTo>
                <a:lnTo>
                  <a:pt x="2350079" y="576831"/>
                </a:lnTo>
                <a:cubicBezTo>
                  <a:pt x="2350079" y="612228"/>
                  <a:pt x="2321384" y="640923"/>
                  <a:pt x="2285987" y="640923"/>
                </a:cubicBezTo>
                <a:lnTo>
                  <a:pt x="64092" y="640923"/>
                </a:lnTo>
                <a:cubicBezTo>
                  <a:pt x="28695" y="640923"/>
                  <a:pt x="0" y="612228"/>
                  <a:pt x="0" y="576831"/>
                </a:cubicBezTo>
                <a:lnTo>
                  <a:pt x="0" y="64092"/>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7352" tIns="87352" rIns="87352" bIns="87352" numCol="1" spcCol="1270" anchor="ctr" anchorCtr="0">
            <a:noAutofit/>
          </a:bodyPr>
          <a:lstStyle/>
          <a:p>
            <a:pPr marL="0" lvl="0" indent="0" algn="ctr" defTabSz="800100">
              <a:lnSpc>
                <a:spcPct val="90000"/>
              </a:lnSpc>
              <a:spcBef>
                <a:spcPct val="0"/>
              </a:spcBef>
              <a:spcAft>
                <a:spcPct val="35000"/>
              </a:spcAft>
              <a:buNone/>
            </a:pPr>
            <a:r>
              <a:rPr lang="en-US" sz="1800" kern="1200" dirty="0"/>
              <a:t>Change Details</a:t>
            </a:r>
          </a:p>
        </p:txBody>
      </p:sp>
      <p:sp>
        <p:nvSpPr>
          <p:cNvPr id="11" name="Freeform 10">
            <a:extLst>
              <a:ext uri="{FF2B5EF4-FFF2-40B4-BE49-F238E27FC236}">
                <a16:creationId xmlns:a16="http://schemas.microsoft.com/office/drawing/2014/main" id="{7B25AE69-DFFC-D04A-91ED-B4AEB80161A9}"/>
              </a:ext>
            </a:extLst>
          </p:cNvPr>
          <p:cNvSpPr/>
          <p:nvPr/>
        </p:nvSpPr>
        <p:spPr>
          <a:xfrm>
            <a:off x="2460623" y="3942788"/>
            <a:ext cx="288416" cy="240347"/>
          </a:xfrm>
          <a:custGeom>
            <a:avLst/>
            <a:gdLst>
              <a:gd name="connsiteX0" fmla="*/ 0 w 240346"/>
              <a:gd name="connsiteY0" fmla="*/ 57683 h 288415"/>
              <a:gd name="connsiteX1" fmla="*/ 120173 w 240346"/>
              <a:gd name="connsiteY1" fmla="*/ 57683 h 288415"/>
              <a:gd name="connsiteX2" fmla="*/ 120173 w 240346"/>
              <a:gd name="connsiteY2" fmla="*/ 0 h 288415"/>
              <a:gd name="connsiteX3" fmla="*/ 240346 w 240346"/>
              <a:gd name="connsiteY3" fmla="*/ 144208 h 288415"/>
              <a:gd name="connsiteX4" fmla="*/ 120173 w 240346"/>
              <a:gd name="connsiteY4" fmla="*/ 288415 h 288415"/>
              <a:gd name="connsiteX5" fmla="*/ 120173 w 240346"/>
              <a:gd name="connsiteY5" fmla="*/ 230732 h 288415"/>
              <a:gd name="connsiteX6" fmla="*/ 0 w 240346"/>
              <a:gd name="connsiteY6" fmla="*/ 230732 h 288415"/>
              <a:gd name="connsiteX7" fmla="*/ 0 w 240346"/>
              <a:gd name="connsiteY7" fmla="*/ 57683 h 28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346" h="288415">
                <a:moveTo>
                  <a:pt x="192277" y="1"/>
                </a:moveTo>
                <a:lnTo>
                  <a:pt x="192277" y="144208"/>
                </a:lnTo>
                <a:lnTo>
                  <a:pt x="240346" y="144208"/>
                </a:lnTo>
                <a:lnTo>
                  <a:pt x="120173" y="288414"/>
                </a:lnTo>
                <a:lnTo>
                  <a:pt x="0" y="144208"/>
                </a:lnTo>
                <a:lnTo>
                  <a:pt x="48069" y="144208"/>
                </a:lnTo>
                <a:lnTo>
                  <a:pt x="48069" y="1"/>
                </a:lnTo>
                <a:lnTo>
                  <a:pt x="192277" y="1"/>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7684" tIns="0" rIns="57683" bIns="72105" numCol="1" spcCol="1270" anchor="ctr" anchorCtr="0">
            <a:noAutofit/>
          </a:bodyPr>
          <a:lstStyle/>
          <a:p>
            <a:pPr marL="0" lvl="0" indent="0" algn="ctr" defTabSz="533400">
              <a:lnSpc>
                <a:spcPct val="90000"/>
              </a:lnSpc>
              <a:spcBef>
                <a:spcPct val="0"/>
              </a:spcBef>
              <a:spcAft>
                <a:spcPct val="35000"/>
              </a:spcAft>
              <a:buNone/>
            </a:pPr>
            <a:endParaRPr lang="en-US" sz="1200" kern="1200"/>
          </a:p>
        </p:txBody>
      </p:sp>
      <p:sp>
        <p:nvSpPr>
          <p:cNvPr id="12" name="Freeform 11">
            <a:extLst>
              <a:ext uri="{FF2B5EF4-FFF2-40B4-BE49-F238E27FC236}">
                <a16:creationId xmlns:a16="http://schemas.microsoft.com/office/drawing/2014/main" id="{B7B93167-4A91-BB4A-A837-D7E7AE4E8876}"/>
              </a:ext>
            </a:extLst>
          </p:cNvPr>
          <p:cNvSpPr/>
          <p:nvPr/>
        </p:nvSpPr>
        <p:spPr>
          <a:xfrm>
            <a:off x="1412740" y="4204026"/>
            <a:ext cx="2515652" cy="640923"/>
          </a:xfrm>
          <a:custGeom>
            <a:avLst/>
            <a:gdLst>
              <a:gd name="connsiteX0" fmla="*/ 0 w 2365642"/>
              <a:gd name="connsiteY0" fmla="*/ 64092 h 640923"/>
              <a:gd name="connsiteX1" fmla="*/ 64092 w 2365642"/>
              <a:gd name="connsiteY1" fmla="*/ 0 h 640923"/>
              <a:gd name="connsiteX2" fmla="*/ 2301550 w 2365642"/>
              <a:gd name="connsiteY2" fmla="*/ 0 h 640923"/>
              <a:gd name="connsiteX3" fmla="*/ 2365642 w 2365642"/>
              <a:gd name="connsiteY3" fmla="*/ 64092 h 640923"/>
              <a:gd name="connsiteX4" fmla="*/ 2365642 w 2365642"/>
              <a:gd name="connsiteY4" fmla="*/ 576831 h 640923"/>
              <a:gd name="connsiteX5" fmla="*/ 2301550 w 2365642"/>
              <a:gd name="connsiteY5" fmla="*/ 640923 h 640923"/>
              <a:gd name="connsiteX6" fmla="*/ 64092 w 2365642"/>
              <a:gd name="connsiteY6" fmla="*/ 640923 h 640923"/>
              <a:gd name="connsiteX7" fmla="*/ 0 w 2365642"/>
              <a:gd name="connsiteY7" fmla="*/ 576831 h 640923"/>
              <a:gd name="connsiteX8" fmla="*/ 0 w 2365642"/>
              <a:gd name="connsiteY8" fmla="*/ 64092 h 6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5642" h="640923">
                <a:moveTo>
                  <a:pt x="0" y="64092"/>
                </a:moveTo>
                <a:cubicBezTo>
                  <a:pt x="0" y="28695"/>
                  <a:pt x="28695" y="0"/>
                  <a:pt x="64092" y="0"/>
                </a:cubicBezTo>
                <a:lnTo>
                  <a:pt x="2301550" y="0"/>
                </a:lnTo>
                <a:cubicBezTo>
                  <a:pt x="2336947" y="0"/>
                  <a:pt x="2365642" y="28695"/>
                  <a:pt x="2365642" y="64092"/>
                </a:cubicBezTo>
                <a:lnTo>
                  <a:pt x="2365642" y="576831"/>
                </a:lnTo>
                <a:cubicBezTo>
                  <a:pt x="2365642" y="612228"/>
                  <a:pt x="2336947" y="640923"/>
                  <a:pt x="2301550" y="640923"/>
                </a:cubicBezTo>
                <a:lnTo>
                  <a:pt x="64092" y="640923"/>
                </a:lnTo>
                <a:cubicBezTo>
                  <a:pt x="28695" y="640923"/>
                  <a:pt x="0" y="612228"/>
                  <a:pt x="0" y="576831"/>
                </a:cubicBezTo>
                <a:lnTo>
                  <a:pt x="0" y="64092"/>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7352" tIns="87352" rIns="87352" bIns="87352" numCol="1" spcCol="1270" anchor="ctr" anchorCtr="0">
            <a:noAutofit/>
          </a:bodyPr>
          <a:lstStyle/>
          <a:p>
            <a:pPr marL="0" lvl="0" indent="0" algn="ctr" defTabSz="800100">
              <a:lnSpc>
                <a:spcPct val="90000"/>
              </a:lnSpc>
              <a:spcBef>
                <a:spcPct val="0"/>
              </a:spcBef>
              <a:spcAft>
                <a:spcPct val="35000"/>
              </a:spcAft>
              <a:buNone/>
            </a:pPr>
            <a:r>
              <a:rPr lang="en-US" sz="1800" kern="1200" dirty="0"/>
              <a:t>Implemented</a:t>
            </a:r>
          </a:p>
        </p:txBody>
      </p:sp>
      <p:sp>
        <p:nvSpPr>
          <p:cNvPr id="14" name="Freeform 13">
            <a:extLst>
              <a:ext uri="{FF2B5EF4-FFF2-40B4-BE49-F238E27FC236}">
                <a16:creationId xmlns:a16="http://schemas.microsoft.com/office/drawing/2014/main" id="{6E5764F0-A41F-484E-933A-229F64E6F931}"/>
              </a:ext>
            </a:extLst>
          </p:cNvPr>
          <p:cNvSpPr/>
          <p:nvPr/>
        </p:nvSpPr>
        <p:spPr>
          <a:xfrm>
            <a:off x="4838174" y="5552061"/>
            <a:ext cx="2515652" cy="640923"/>
          </a:xfrm>
          <a:custGeom>
            <a:avLst/>
            <a:gdLst>
              <a:gd name="connsiteX0" fmla="*/ 0 w 2350079"/>
              <a:gd name="connsiteY0" fmla="*/ 64092 h 640923"/>
              <a:gd name="connsiteX1" fmla="*/ 64092 w 2350079"/>
              <a:gd name="connsiteY1" fmla="*/ 0 h 640923"/>
              <a:gd name="connsiteX2" fmla="*/ 2285987 w 2350079"/>
              <a:gd name="connsiteY2" fmla="*/ 0 h 640923"/>
              <a:gd name="connsiteX3" fmla="*/ 2350079 w 2350079"/>
              <a:gd name="connsiteY3" fmla="*/ 64092 h 640923"/>
              <a:gd name="connsiteX4" fmla="*/ 2350079 w 2350079"/>
              <a:gd name="connsiteY4" fmla="*/ 576831 h 640923"/>
              <a:gd name="connsiteX5" fmla="*/ 2285987 w 2350079"/>
              <a:gd name="connsiteY5" fmla="*/ 640923 h 640923"/>
              <a:gd name="connsiteX6" fmla="*/ 64092 w 2350079"/>
              <a:gd name="connsiteY6" fmla="*/ 640923 h 640923"/>
              <a:gd name="connsiteX7" fmla="*/ 0 w 2350079"/>
              <a:gd name="connsiteY7" fmla="*/ 576831 h 640923"/>
              <a:gd name="connsiteX8" fmla="*/ 0 w 2350079"/>
              <a:gd name="connsiteY8" fmla="*/ 64092 h 6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0079" h="640923">
                <a:moveTo>
                  <a:pt x="0" y="64092"/>
                </a:moveTo>
                <a:cubicBezTo>
                  <a:pt x="0" y="28695"/>
                  <a:pt x="28695" y="0"/>
                  <a:pt x="64092" y="0"/>
                </a:cubicBezTo>
                <a:lnTo>
                  <a:pt x="2285987" y="0"/>
                </a:lnTo>
                <a:cubicBezTo>
                  <a:pt x="2321384" y="0"/>
                  <a:pt x="2350079" y="28695"/>
                  <a:pt x="2350079" y="64092"/>
                </a:cubicBezTo>
                <a:lnTo>
                  <a:pt x="2350079" y="576831"/>
                </a:lnTo>
                <a:cubicBezTo>
                  <a:pt x="2350079" y="612228"/>
                  <a:pt x="2321384" y="640923"/>
                  <a:pt x="2285987" y="640923"/>
                </a:cubicBezTo>
                <a:lnTo>
                  <a:pt x="64092" y="640923"/>
                </a:lnTo>
                <a:cubicBezTo>
                  <a:pt x="28695" y="640923"/>
                  <a:pt x="0" y="612228"/>
                  <a:pt x="0" y="576831"/>
                </a:cubicBezTo>
                <a:lnTo>
                  <a:pt x="0" y="6409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7352" tIns="87352" rIns="87352" bIns="87352" numCol="1" spcCol="1270" anchor="ctr" anchorCtr="0">
            <a:noAutofit/>
          </a:bodyPr>
          <a:lstStyle/>
          <a:p>
            <a:pPr marL="0" lvl="0" indent="0" algn="ctr" defTabSz="800100">
              <a:lnSpc>
                <a:spcPct val="90000"/>
              </a:lnSpc>
              <a:spcBef>
                <a:spcPct val="0"/>
              </a:spcBef>
              <a:spcAft>
                <a:spcPct val="35000"/>
              </a:spcAft>
              <a:buNone/>
            </a:pPr>
            <a:r>
              <a:rPr lang="en-US" sz="1800" kern="1200" dirty="0"/>
              <a:t>On hold/Withdrawn</a:t>
            </a:r>
          </a:p>
        </p:txBody>
      </p:sp>
      <p:sp>
        <p:nvSpPr>
          <p:cNvPr id="15" name="TextBox 14">
            <a:extLst>
              <a:ext uri="{FF2B5EF4-FFF2-40B4-BE49-F238E27FC236}">
                <a16:creationId xmlns:a16="http://schemas.microsoft.com/office/drawing/2014/main" id="{80720F85-4589-4C41-A4E5-286E0AE70E66}"/>
              </a:ext>
            </a:extLst>
          </p:cNvPr>
          <p:cNvSpPr txBox="1"/>
          <p:nvPr/>
        </p:nvSpPr>
        <p:spPr>
          <a:xfrm>
            <a:off x="1005981" y="1922803"/>
            <a:ext cx="3349888" cy="307777"/>
          </a:xfrm>
          <a:prstGeom prst="rect">
            <a:avLst/>
          </a:prstGeom>
          <a:solidFill>
            <a:schemeClr val="accent1"/>
          </a:solidFill>
        </p:spPr>
        <p:txBody>
          <a:bodyPr wrap="square" rtlCol="0">
            <a:spAutoFit/>
          </a:bodyPr>
          <a:lstStyle/>
          <a:p>
            <a:pPr algn="ctr"/>
            <a:r>
              <a:rPr lang="en-US" sz="1400" b="1" dirty="0">
                <a:solidFill>
                  <a:schemeClr val="bg1"/>
                </a:solidFill>
                <a:latin typeface="Calibri" panose="020F0502020204030204" pitchFamily="34" charset="0"/>
                <a:cs typeface="Calibri" panose="020F0502020204030204" pitchFamily="34" charset="0"/>
              </a:rPr>
              <a:t>I. Changes with PCR</a:t>
            </a:r>
          </a:p>
        </p:txBody>
      </p:sp>
      <p:sp>
        <p:nvSpPr>
          <p:cNvPr id="16" name="TextBox 15">
            <a:extLst>
              <a:ext uri="{FF2B5EF4-FFF2-40B4-BE49-F238E27FC236}">
                <a16:creationId xmlns:a16="http://schemas.microsoft.com/office/drawing/2014/main" id="{4B833275-EDAF-1A42-B621-763C6E3DBA61}"/>
              </a:ext>
            </a:extLst>
          </p:cNvPr>
          <p:cNvSpPr txBox="1"/>
          <p:nvPr/>
        </p:nvSpPr>
        <p:spPr>
          <a:xfrm>
            <a:off x="7290660" y="1918679"/>
            <a:ext cx="3870162" cy="307777"/>
          </a:xfrm>
          <a:prstGeom prst="rect">
            <a:avLst/>
          </a:prstGeom>
          <a:solidFill>
            <a:schemeClr val="accent1"/>
          </a:solidFill>
        </p:spPr>
        <p:txBody>
          <a:bodyPr wrap="square" rtlCol="0">
            <a:spAutoFit/>
          </a:bodyPr>
          <a:lstStyle/>
          <a:p>
            <a:pPr algn="ctr"/>
            <a:r>
              <a:rPr lang="en-US" sz="1400" b="1" dirty="0">
                <a:solidFill>
                  <a:schemeClr val="bg1"/>
                </a:solidFill>
                <a:latin typeface="Calibri" panose="020F0502020204030204" pitchFamily="34" charset="0"/>
                <a:cs typeface="Calibri" panose="020F0502020204030204" pitchFamily="34" charset="0"/>
              </a:rPr>
              <a:t>II. Work At Risk</a:t>
            </a:r>
          </a:p>
        </p:txBody>
      </p:sp>
      <p:sp>
        <p:nvSpPr>
          <p:cNvPr id="17" name="Freeform 16">
            <a:extLst>
              <a:ext uri="{FF2B5EF4-FFF2-40B4-BE49-F238E27FC236}">
                <a16:creationId xmlns:a16="http://schemas.microsoft.com/office/drawing/2014/main" id="{6E1C217D-8D12-414D-AD7F-FCBC478090FF}"/>
              </a:ext>
            </a:extLst>
          </p:cNvPr>
          <p:cNvSpPr/>
          <p:nvPr/>
        </p:nvSpPr>
        <p:spPr>
          <a:xfrm>
            <a:off x="8009233" y="2267862"/>
            <a:ext cx="2515652" cy="657086"/>
          </a:xfrm>
          <a:custGeom>
            <a:avLst/>
            <a:gdLst>
              <a:gd name="connsiteX0" fmla="*/ 0 w 3476460"/>
              <a:gd name="connsiteY0" fmla="*/ 47997 h 479972"/>
              <a:gd name="connsiteX1" fmla="*/ 47997 w 3476460"/>
              <a:gd name="connsiteY1" fmla="*/ 0 h 479972"/>
              <a:gd name="connsiteX2" fmla="*/ 3428463 w 3476460"/>
              <a:gd name="connsiteY2" fmla="*/ 0 h 479972"/>
              <a:gd name="connsiteX3" fmla="*/ 3476460 w 3476460"/>
              <a:gd name="connsiteY3" fmla="*/ 47997 h 479972"/>
              <a:gd name="connsiteX4" fmla="*/ 3476460 w 3476460"/>
              <a:gd name="connsiteY4" fmla="*/ 431975 h 479972"/>
              <a:gd name="connsiteX5" fmla="*/ 3428463 w 3476460"/>
              <a:gd name="connsiteY5" fmla="*/ 479972 h 479972"/>
              <a:gd name="connsiteX6" fmla="*/ 47997 w 3476460"/>
              <a:gd name="connsiteY6" fmla="*/ 479972 h 479972"/>
              <a:gd name="connsiteX7" fmla="*/ 0 w 3476460"/>
              <a:gd name="connsiteY7" fmla="*/ 431975 h 479972"/>
              <a:gd name="connsiteX8" fmla="*/ 0 w 3476460"/>
              <a:gd name="connsiteY8" fmla="*/ 47997 h 47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6460" h="479972">
                <a:moveTo>
                  <a:pt x="0" y="47997"/>
                </a:moveTo>
                <a:cubicBezTo>
                  <a:pt x="0" y="21489"/>
                  <a:pt x="21489" y="0"/>
                  <a:pt x="47997" y="0"/>
                </a:cubicBezTo>
                <a:lnTo>
                  <a:pt x="3428463" y="0"/>
                </a:lnTo>
                <a:cubicBezTo>
                  <a:pt x="3454971" y="0"/>
                  <a:pt x="3476460" y="21489"/>
                  <a:pt x="3476460" y="47997"/>
                </a:cubicBezTo>
                <a:lnTo>
                  <a:pt x="3476460" y="431975"/>
                </a:lnTo>
                <a:cubicBezTo>
                  <a:pt x="3476460" y="458483"/>
                  <a:pt x="3454971" y="479972"/>
                  <a:pt x="3428463" y="479972"/>
                </a:cubicBezTo>
                <a:lnTo>
                  <a:pt x="47997" y="479972"/>
                </a:lnTo>
                <a:cubicBezTo>
                  <a:pt x="21489" y="479972"/>
                  <a:pt x="0" y="458483"/>
                  <a:pt x="0" y="431975"/>
                </a:cubicBezTo>
                <a:lnTo>
                  <a:pt x="0" y="4799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5018" tIns="75018" rIns="75018" bIns="75018" numCol="1" spcCol="1270" anchor="ctr" anchorCtr="0">
            <a:noAutofit/>
          </a:bodyPr>
          <a:lstStyle/>
          <a:p>
            <a:pPr marL="0" lvl="0" indent="0" algn="ctr" defTabSz="711200">
              <a:lnSpc>
                <a:spcPct val="90000"/>
              </a:lnSpc>
              <a:spcBef>
                <a:spcPct val="0"/>
              </a:spcBef>
              <a:spcAft>
                <a:spcPct val="35000"/>
              </a:spcAft>
              <a:buNone/>
            </a:pPr>
            <a:r>
              <a:rPr lang="en-US" sz="1600" kern="1200" dirty="0"/>
              <a:t>General Information</a:t>
            </a:r>
          </a:p>
        </p:txBody>
      </p:sp>
      <p:sp>
        <p:nvSpPr>
          <p:cNvPr id="18" name="Freeform 17">
            <a:extLst>
              <a:ext uri="{FF2B5EF4-FFF2-40B4-BE49-F238E27FC236}">
                <a16:creationId xmlns:a16="http://schemas.microsoft.com/office/drawing/2014/main" id="{10314DAC-E25D-2641-A5CF-7F4E2A9D5D39}"/>
              </a:ext>
            </a:extLst>
          </p:cNvPr>
          <p:cNvSpPr/>
          <p:nvPr/>
        </p:nvSpPr>
        <p:spPr>
          <a:xfrm>
            <a:off x="8009233" y="3263189"/>
            <a:ext cx="2515652" cy="640922"/>
          </a:xfrm>
          <a:custGeom>
            <a:avLst/>
            <a:gdLst>
              <a:gd name="connsiteX0" fmla="*/ 0 w 3488190"/>
              <a:gd name="connsiteY0" fmla="*/ 47997 h 479972"/>
              <a:gd name="connsiteX1" fmla="*/ 47997 w 3488190"/>
              <a:gd name="connsiteY1" fmla="*/ 0 h 479972"/>
              <a:gd name="connsiteX2" fmla="*/ 3440193 w 3488190"/>
              <a:gd name="connsiteY2" fmla="*/ 0 h 479972"/>
              <a:gd name="connsiteX3" fmla="*/ 3488190 w 3488190"/>
              <a:gd name="connsiteY3" fmla="*/ 47997 h 479972"/>
              <a:gd name="connsiteX4" fmla="*/ 3488190 w 3488190"/>
              <a:gd name="connsiteY4" fmla="*/ 431975 h 479972"/>
              <a:gd name="connsiteX5" fmla="*/ 3440193 w 3488190"/>
              <a:gd name="connsiteY5" fmla="*/ 479972 h 479972"/>
              <a:gd name="connsiteX6" fmla="*/ 47997 w 3488190"/>
              <a:gd name="connsiteY6" fmla="*/ 479972 h 479972"/>
              <a:gd name="connsiteX7" fmla="*/ 0 w 3488190"/>
              <a:gd name="connsiteY7" fmla="*/ 431975 h 479972"/>
              <a:gd name="connsiteX8" fmla="*/ 0 w 3488190"/>
              <a:gd name="connsiteY8" fmla="*/ 47997 h 47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8190" h="479972">
                <a:moveTo>
                  <a:pt x="0" y="47997"/>
                </a:moveTo>
                <a:cubicBezTo>
                  <a:pt x="0" y="21489"/>
                  <a:pt x="21489" y="0"/>
                  <a:pt x="47997" y="0"/>
                </a:cubicBezTo>
                <a:lnTo>
                  <a:pt x="3440193" y="0"/>
                </a:lnTo>
                <a:cubicBezTo>
                  <a:pt x="3466701" y="0"/>
                  <a:pt x="3488190" y="21489"/>
                  <a:pt x="3488190" y="47997"/>
                </a:cubicBezTo>
                <a:lnTo>
                  <a:pt x="3488190" y="431975"/>
                </a:lnTo>
                <a:cubicBezTo>
                  <a:pt x="3488190" y="458483"/>
                  <a:pt x="3466701" y="479972"/>
                  <a:pt x="3440193" y="479972"/>
                </a:cubicBezTo>
                <a:lnTo>
                  <a:pt x="47997" y="479972"/>
                </a:lnTo>
                <a:cubicBezTo>
                  <a:pt x="21489" y="479972"/>
                  <a:pt x="0" y="458483"/>
                  <a:pt x="0" y="431975"/>
                </a:cubicBezTo>
                <a:lnTo>
                  <a:pt x="0" y="47997"/>
                </a:lnTo>
                <a:close/>
              </a:path>
            </a:pathLst>
          </a:custGeom>
          <a:solidFill>
            <a:srgbClr val="C00000"/>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75018" tIns="75018" rIns="75018" bIns="75018" numCol="1" spcCol="1270" anchor="ctr" anchorCtr="0">
            <a:noAutofit/>
          </a:bodyPr>
          <a:lstStyle/>
          <a:p>
            <a:pPr marL="0" lvl="0" indent="0" algn="ctr" defTabSz="711200">
              <a:lnSpc>
                <a:spcPct val="90000"/>
              </a:lnSpc>
              <a:spcBef>
                <a:spcPct val="0"/>
              </a:spcBef>
              <a:spcAft>
                <a:spcPct val="35000"/>
              </a:spcAft>
              <a:buNone/>
            </a:pPr>
            <a:r>
              <a:rPr lang="en-US" sz="1600" kern="1200" dirty="0"/>
              <a:t>Work At Risk </a:t>
            </a:r>
          </a:p>
        </p:txBody>
      </p:sp>
      <p:sp>
        <p:nvSpPr>
          <p:cNvPr id="20" name="Freeform 19">
            <a:extLst>
              <a:ext uri="{FF2B5EF4-FFF2-40B4-BE49-F238E27FC236}">
                <a16:creationId xmlns:a16="http://schemas.microsoft.com/office/drawing/2014/main" id="{B1944A8E-CCA5-0747-ABD5-052678681909}"/>
              </a:ext>
            </a:extLst>
          </p:cNvPr>
          <p:cNvSpPr/>
          <p:nvPr/>
        </p:nvSpPr>
        <p:spPr>
          <a:xfrm>
            <a:off x="9225741" y="2981880"/>
            <a:ext cx="288415" cy="243879"/>
          </a:xfrm>
          <a:custGeom>
            <a:avLst/>
            <a:gdLst>
              <a:gd name="connsiteX0" fmla="*/ 0 w 243879"/>
              <a:gd name="connsiteY0" fmla="*/ 57683 h 288415"/>
              <a:gd name="connsiteX1" fmla="*/ 121940 w 243879"/>
              <a:gd name="connsiteY1" fmla="*/ 57683 h 288415"/>
              <a:gd name="connsiteX2" fmla="*/ 121940 w 243879"/>
              <a:gd name="connsiteY2" fmla="*/ 0 h 288415"/>
              <a:gd name="connsiteX3" fmla="*/ 243879 w 243879"/>
              <a:gd name="connsiteY3" fmla="*/ 144208 h 288415"/>
              <a:gd name="connsiteX4" fmla="*/ 121940 w 243879"/>
              <a:gd name="connsiteY4" fmla="*/ 288415 h 288415"/>
              <a:gd name="connsiteX5" fmla="*/ 121940 w 243879"/>
              <a:gd name="connsiteY5" fmla="*/ 230732 h 288415"/>
              <a:gd name="connsiteX6" fmla="*/ 0 w 243879"/>
              <a:gd name="connsiteY6" fmla="*/ 230732 h 288415"/>
              <a:gd name="connsiteX7" fmla="*/ 0 w 243879"/>
              <a:gd name="connsiteY7" fmla="*/ 57683 h 28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79" h="288415">
                <a:moveTo>
                  <a:pt x="195103" y="1"/>
                </a:moveTo>
                <a:lnTo>
                  <a:pt x="195103" y="144208"/>
                </a:lnTo>
                <a:lnTo>
                  <a:pt x="243879" y="144208"/>
                </a:lnTo>
                <a:lnTo>
                  <a:pt x="121939" y="288414"/>
                </a:lnTo>
                <a:lnTo>
                  <a:pt x="0" y="144208"/>
                </a:lnTo>
                <a:lnTo>
                  <a:pt x="48776" y="144208"/>
                </a:lnTo>
                <a:lnTo>
                  <a:pt x="48776" y="1"/>
                </a:lnTo>
                <a:lnTo>
                  <a:pt x="195103" y="1"/>
                </a:lnTo>
                <a:close/>
              </a:path>
            </a:pathLst>
          </a:cu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683" tIns="0" rIns="57683" bIns="73164" numCol="1" spcCol="1270" anchor="ctr" anchorCtr="0">
            <a:noAutofit/>
          </a:bodyPr>
          <a:lstStyle/>
          <a:p>
            <a:pPr marL="0" lvl="0" indent="0" algn="ctr" defTabSz="533400">
              <a:lnSpc>
                <a:spcPct val="90000"/>
              </a:lnSpc>
              <a:spcBef>
                <a:spcPct val="0"/>
              </a:spcBef>
              <a:spcAft>
                <a:spcPct val="35000"/>
              </a:spcAft>
              <a:buNone/>
            </a:pPr>
            <a:endParaRPr lang="en-US" sz="1200" kern="1200"/>
          </a:p>
        </p:txBody>
      </p:sp>
      <p:sp>
        <p:nvSpPr>
          <p:cNvPr id="21" name="Freeform 20">
            <a:extLst>
              <a:ext uri="{FF2B5EF4-FFF2-40B4-BE49-F238E27FC236}">
                <a16:creationId xmlns:a16="http://schemas.microsoft.com/office/drawing/2014/main" id="{001EC5A9-ACD9-D54B-8717-674C05091C5D}"/>
              </a:ext>
            </a:extLst>
          </p:cNvPr>
          <p:cNvSpPr/>
          <p:nvPr/>
        </p:nvSpPr>
        <p:spPr>
          <a:xfrm>
            <a:off x="9267059" y="3941541"/>
            <a:ext cx="288415" cy="243879"/>
          </a:xfrm>
          <a:custGeom>
            <a:avLst/>
            <a:gdLst>
              <a:gd name="connsiteX0" fmla="*/ 0 w 243879"/>
              <a:gd name="connsiteY0" fmla="*/ 57683 h 288415"/>
              <a:gd name="connsiteX1" fmla="*/ 121940 w 243879"/>
              <a:gd name="connsiteY1" fmla="*/ 57683 h 288415"/>
              <a:gd name="connsiteX2" fmla="*/ 121940 w 243879"/>
              <a:gd name="connsiteY2" fmla="*/ 0 h 288415"/>
              <a:gd name="connsiteX3" fmla="*/ 243879 w 243879"/>
              <a:gd name="connsiteY3" fmla="*/ 144208 h 288415"/>
              <a:gd name="connsiteX4" fmla="*/ 121940 w 243879"/>
              <a:gd name="connsiteY4" fmla="*/ 288415 h 288415"/>
              <a:gd name="connsiteX5" fmla="*/ 121940 w 243879"/>
              <a:gd name="connsiteY5" fmla="*/ 230732 h 288415"/>
              <a:gd name="connsiteX6" fmla="*/ 0 w 243879"/>
              <a:gd name="connsiteY6" fmla="*/ 230732 h 288415"/>
              <a:gd name="connsiteX7" fmla="*/ 0 w 243879"/>
              <a:gd name="connsiteY7" fmla="*/ 57683 h 28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79" h="288415">
                <a:moveTo>
                  <a:pt x="195103" y="1"/>
                </a:moveTo>
                <a:lnTo>
                  <a:pt x="195103" y="144208"/>
                </a:lnTo>
                <a:lnTo>
                  <a:pt x="243879" y="144208"/>
                </a:lnTo>
                <a:lnTo>
                  <a:pt x="121939" y="288414"/>
                </a:lnTo>
                <a:lnTo>
                  <a:pt x="0" y="144208"/>
                </a:lnTo>
                <a:lnTo>
                  <a:pt x="48776" y="144208"/>
                </a:lnTo>
                <a:lnTo>
                  <a:pt x="48776" y="1"/>
                </a:lnTo>
                <a:lnTo>
                  <a:pt x="195103" y="1"/>
                </a:lnTo>
                <a:close/>
              </a:path>
            </a:pathLst>
          </a:custGeom>
          <a:solidFill>
            <a:srgbClr val="C00000"/>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683" tIns="0" rIns="57683" bIns="73164" numCol="1" spcCol="1270" anchor="ctr" anchorCtr="0">
            <a:noAutofit/>
          </a:bodyPr>
          <a:lstStyle/>
          <a:p>
            <a:pPr marL="0" lvl="0" indent="0" algn="ctr" defTabSz="533400">
              <a:lnSpc>
                <a:spcPct val="90000"/>
              </a:lnSpc>
              <a:spcBef>
                <a:spcPct val="0"/>
              </a:spcBef>
              <a:spcAft>
                <a:spcPct val="35000"/>
              </a:spcAft>
              <a:buNone/>
            </a:pPr>
            <a:endParaRPr lang="en-US" sz="1200" kern="1200"/>
          </a:p>
        </p:txBody>
      </p:sp>
      <p:sp>
        <p:nvSpPr>
          <p:cNvPr id="22" name="Freeform 21">
            <a:extLst>
              <a:ext uri="{FF2B5EF4-FFF2-40B4-BE49-F238E27FC236}">
                <a16:creationId xmlns:a16="http://schemas.microsoft.com/office/drawing/2014/main" id="{775F94C5-A08C-D84F-BF24-5B62EB471735}"/>
              </a:ext>
            </a:extLst>
          </p:cNvPr>
          <p:cNvSpPr/>
          <p:nvPr/>
        </p:nvSpPr>
        <p:spPr>
          <a:xfrm>
            <a:off x="8009233" y="4240302"/>
            <a:ext cx="2515652" cy="640923"/>
          </a:xfrm>
          <a:custGeom>
            <a:avLst/>
            <a:gdLst>
              <a:gd name="connsiteX0" fmla="*/ 0 w 2365642"/>
              <a:gd name="connsiteY0" fmla="*/ 64092 h 640923"/>
              <a:gd name="connsiteX1" fmla="*/ 64092 w 2365642"/>
              <a:gd name="connsiteY1" fmla="*/ 0 h 640923"/>
              <a:gd name="connsiteX2" fmla="*/ 2301550 w 2365642"/>
              <a:gd name="connsiteY2" fmla="*/ 0 h 640923"/>
              <a:gd name="connsiteX3" fmla="*/ 2365642 w 2365642"/>
              <a:gd name="connsiteY3" fmla="*/ 64092 h 640923"/>
              <a:gd name="connsiteX4" fmla="*/ 2365642 w 2365642"/>
              <a:gd name="connsiteY4" fmla="*/ 576831 h 640923"/>
              <a:gd name="connsiteX5" fmla="*/ 2301550 w 2365642"/>
              <a:gd name="connsiteY5" fmla="*/ 640923 h 640923"/>
              <a:gd name="connsiteX6" fmla="*/ 64092 w 2365642"/>
              <a:gd name="connsiteY6" fmla="*/ 640923 h 640923"/>
              <a:gd name="connsiteX7" fmla="*/ 0 w 2365642"/>
              <a:gd name="connsiteY7" fmla="*/ 576831 h 640923"/>
              <a:gd name="connsiteX8" fmla="*/ 0 w 2365642"/>
              <a:gd name="connsiteY8" fmla="*/ 64092 h 6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5642" h="640923">
                <a:moveTo>
                  <a:pt x="0" y="64092"/>
                </a:moveTo>
                <a:cubicBezTo>
                  <a:pt x="0" y="28695"/>
                  <a:pt x="28695" y="0"/>
                  <a:pt x="64092" y="0"/>
                </a:cubicBezTo>
                <a:lnTo>
                  <a:pt x="2301550" y="0"/>
                </a:lnTo>
                <a:cubicBezTo>
                  <a:pt x="2336947" y="0"/>
                  <a:pt x="2365642" y="28695"/>
                  <a:pt x="2365642" y="64092"/>
                </a:cubicBezTo>
                <a:lnTo>
                  <a:pt x="2365642" y="576831"/>
                </a:lnTo>
                <a:cubicBezTo>
                  <a:pt x="2365642" y="612228"/>
                  <a:pt x="2336947" y="640923"/>
                  <a:pt x="2301550" y="640923"/>
                </a:cubicBezTo>
                <a:lnTo>
                  <a:pt x="64092" y="640923"/>
                </a:lnTo>
                <a:cubicBezTo>
                  <a:pt x="28695" y="640923"/>
                  <a:pt x="0" y="612228"/>
                  <a:pt x="0" y="576831"/>
                </a:cubicBezTo>
                <a:lnTo>
                  <a:pt x="0" y="64092"/>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7352" tIns="87352" rIns="87352" bIns="87352" numCol="1" spcCol="1270" anchor="ctr" anchorCtr="0">
            <a:noAutofit/>
          </a:bodyPr>
          <a:lstStyle/>
          <a:p>
            <a:pPr marL="0" lvl="0" indent="0" algn="ctr" defTabSz="800100">
              <a:lnSpc>
                <a:spcPct val="90000"/>
              </a:lnSpc>
              <a:spcBef>
                <a:spcPct val="0"/>
              </a:spcBef>
              <a:spcAft>
                <a:spcPct val="35000"/>
              </a:spcAft>
              <a:buNone/>
            </a:pPr>
            <a:r>
              <a:rPr lang="en-US" sz="1800" kern="1200" dirty="0"/>
              <a:t>Implemented</a:t>
            </a:r>
          </a:p>
        </p:txBody>
      </p:sp>
      <p:pic>
        <p:nvPicPr>
          <p:cNvPr id="2" name="CM Slide 19 CM Workflow.m4a" descr="CM Slide 19 CM Workflow.m4a">
            <a:hlinkClick r:id="" action="ppaction://media"/>
            <a:extLst>
              <a:ext uri="{FF2B5EF4-FFF2-40B4-BE49-F238E27FC236}">
                <a16:creationId xmlns:a16="http://schemas.microsoft.com/office/drawing/2014/main" id="{BEF187A3-8A1E-3740-9DBD-9D14930F2D9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0822" y="5484701"/>
            <a:ext cx="812800" cy="812800"/>
          </a:xfrm>
          <a:prstGeom prst="rect">
            <a:avLst/>
          </a:prstGeom>
        </p:spPr>
      </p:pic>
    </p:spTree>
    <p:extLst>
      <p:ext uri="{BB962C8B-B14F-4D97-AF65-F5344CB8AC3E}">
        <p14:creationId xmlns:p14="http://schemas.microsoft.com/office/powerpoint/2010/main" val="429138150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00" fill="hold"/>
                                        <p:tgtEl>
                                          <p:spTgt spid="2"/>
                                        </p:tgtEl>
                                      </p:cBhvr>
                                    </p:cmd>
                                  </p:childTnLst>
                                </p:cTn>
                              </p:par>
                              <p:par>
                                <p:cTn id="7" presetID="3" presetClass="entr" presetSubtype="10" fill="hold" grpId="0" nodeType="withEffect">
                                  <p:stCondLst>
                                    <p:cond delay="8000"/>
                                  </p:stCondLst>
                                  <p:childTnLst>
                                    <p:set>
                                      <p:cBhvr>
                                        <p:cTn id="8" dur="1" fill="hold">
                                          <p:stCondLst>
                                            <p:cond delay="0"/>
                                          </p:stCondLst>
                                        </p:cTn>
                                        <p:tgtEl>
                                          <p:spTgt spid="15"/>
                                        </p:tgtEl>
                                        <p:attrNameLst>
                                          <p:attrName>style.visibility</p:attrName>
                                        </p:attrNameLst>
                                      </p:cBhvr>
                                      <p:to>
                                        <p:strVal val="visible"/>
                                      </p:to>
                                    </p:set>
                                    <p:animEffect transition="in" filter="blinds(horizontal)">
                                      <p:cBhvr>
                                        <p:cTn id="9" dur="500"/>
                                        <p:tgtEl>
                                          <p:spTgt spid="15"/>
                                        </p:tgtEl>
                                      </p:cBhvr>
                                    </p:animEffect>
                                  </p:childTnLst>
                                </p:cTn>
                              </p:par>
                              <p:par>
                                <p:cTn id="10" presetID="30" presetClass="entr" presetSubtype="0" fill="hold" grpId="0" nodeType="withEffect">
                                  <p:stCondLst>
                                    <p:cond delay="110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800" decel="100000"/>
                                        <p:tgtEl>
                                          <p:spTgt spid="8"/>
                                        </p:tgtEl>
                                      </p:cBhvr>
                                    </p:animEffect>
                                    <p:anim calcmode="lin" valueType="num">
                                      <p:cBhvr>
                                        <p:cTn id="13" dur="800" decel="100000" fill="hold"/>
                                        <p:tgtEl>
                                          <p:spTgt spid="8"/>
                                        </p:tgtEl>
                                        <p:attrNameLst>
                                          <p:attrName>style.rotation</p:attrName>
                                        </p:attrNameLst>
                                      </p:cBhvr>
                                      <p:tavLst>
                                        <p:tav tm="0">
                                          <p:val>
                                            <p:fltVal val="-90"/>
                                          </p:val>
                                        </p:tav>
                                        <p:tav tm="100000">
                                          <p:val>
                                            <p:fltVal val="0"/>
                                          </p:val>
                                        </p:tav>
                                      </p:tavLst>
                                    </p:anim>
                                    <p:anim calcmode="lin" valueType="num">
                                      <p:cBhvr>
                                        <p:cTn id="14" dur="800" decel="100000" fill="hold"/>
                                        <p:tgtEl>
                                          <p:spTgt spid="8"/>
                                        </p:tgtEl>
                                        <p:attrNameLst>
                                          <p:attrName>ppt_x</p:attrName>
                                        </p:attrNameLst>
                                      </p:cBhvr>
                                      <p:tavLst>
                                        <p:tav tm="0">
                                          <p:val>
                                            <p:strVal val="#ppt_x+0.4"/>
                                          </p:val>
                                        </p:tav>
                                        <p:tav tm="100000">
                                          <p:val>
                                            <p:strVal val="#ppt_x-0.05"/>
                                          </p:val>
                                        </p:tav>
                                      </p:tavLst>
                                    </p:anim>
                                    <p:anim calcmode="lin" valueType="num">
                                      <p:cBhvr>
                                        <p:cTn id="15" dur="800" decel="100000" fill="hold"/>
                                        <p:tgtEl>
                                          <p:spTgt spid="8"/>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par>
                                <p:cTn id="18" presetID="30" presetClass="entr" presetSubtype="0" fill="hold" grpId="0" nodeType="withEffect">
                                  <p:stCondLst>
                                    <p:cond delay="110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800" decel="100000"/>
                                        <p:tgtEl>
                                          <p:spTgt spid="9"/>
                                        </p:tgtEl>
                                      </p:cBhvr>
                                    </p:animEffect>
                                    <p:anim calcmode="lin" valueType="num">
                                      <p:cBhvr>
                                        <p:cTn id="21" dur="800" decel="100000" fill="hold"/>
                                        <p:tgtEl>
                                          <p:spTgt spid="9"/>
                                        </p:tgtEl>
                                        <p:attrNameLst>
                                          <p:attrName>style.rotation</p:attrName>
                                        </p:attrNameLst>
                                      </p:cBhvr>
                                      <p:tavLst>
                                        <p:tav tm="0">
                                          <p:val>
                                            <p:fltVal val="-90"/>
                                          </p:val>
                                        </p:tav>
                                        <p:tav tm="100000">
                                          <p:val>
                                            <p:fltVal val="0"/>
                                          </p:val>
                                        </p:tav>
                                      </p:tavLst>
                                    </p:anim>
                                    <p:anim calcmode="lin" valueType="num">
                                      <p:cBhvr>
                                        <p:cTn id="22" dur="800" decel="100000" fill="hold"/>
                                        <p:tgtEl>
                                          <p:spTgt spid="9"/>
                                        </p:tgtEl>
                                        <p:attrNameLst>
                                          <p:attrName>ppt_x</p:attrName>
                                        </p:attrNameLst>
                                      </p:cBhvr>
                                      <p:tavLst>
                                        <p:tav tm="0">
                                          <p:val>
                                            <p:strVal val="#ppt_x+0.4"/>
                                          </p:val>
                                        </p:tav>
                                        <p:tav tm="100000">
                                          <p:val>
                                            <p:strVal val="#ppt_x-0.05"/>
                                          </p:val>
                                        </p:tav>
                                      </p:tavLst>
                                    </p:anim>
                                    <p:anim calcmode="lin" valueType="num">
                                      <p:cBhvr>
                                        <p:cTn id="23" dur="800" decel="100000" fill="hold"/>
                                        <p:tgtEl>
                                          <p:spTgt spid="9"/>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par>
                                <p:cTn id="26" presetID="30" presetClass="entr" presetSubtype="0" fill="hold" grpId="0" nodeType="withEffect">
                                  <p:stCondLst>
                                    <p:cond delay="140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800" decel="100000"/>
                                        <p:tgtEl>
                                          <p:spTgt spid="10"/>
                                        </p:tgtEl>
                                      </p:cBhvr>
                                    </p:animEffect>
                                    <p:anim calcmode="lin" valueType="num">
                                      <p:cBhvr>
                                        <p:cTn id="29" dur="800" decel="100000" fill="hold"/>
                                        <p:tgtEl>
                                          <p:spTgt spid="10"/>
                                        </p:tgtEl>
                                        <p:attrNameLst>
                                          <p:attrName>style.rotation</p:attrName>
                                        </p:attrNameLst>
                                      </p:cBhvr>
                                      <p:tavLst>
                                        <p:tav tm="0">
                                          <p:val>
                                            <p:fltVal val="-90"/>
                                          </p:val>
                                        </p:tav>
                                        <p:tav tm="100000">
                                          <p:val>
                                            <p:fltVal val="0"/>
                                          </p:val>
                                        </p:tav>
                                      </p:tavLst>
                                    </p:anim>
                                    <p:anim calcmode="lin" valueType="num">
                                      <p:cBhvr>
                                        <p:cTn id="30" dur="800" decel="100000" fill="hold"/>
                                        <p:tgtEl>
                                          <p:spTgt spid="10"/>
                                        </p:tgtEl>
                                        <p:attrNameLst>
                                          <p:attrName>ppt_x</p:attrName>
                                        </p:attrNameLst>
                                      </p:cBhvr>
                                      <p:tavLst>
                                        <p:tav tm="0">
                                          <p:val>
                                            <p:strVal val="#ppt_x+0.4"/>
                                          </p:val>
                                        </p:tav>
                                        <p:tav tm="100000">
                                          <p:val>
                                            <p:strVal val="#ppt_x-0.05"/>
                                          </p:val>
                                        </p:tav>
                                      </p:tavLst>
                                    </p:anim>
                                    <p:anim calcmode="lin" valueType="num">
                                      <p:cBhvr>
                                        <p:cTn id="31" dur="800" decel="100000" fill="hold"/>
                                        <p:tgtEl>
                                          <p:spTgt spid="10"/>
                                        </p:tgtEl>
                                        <p:attrNameLst>
                                          <p:attrName>ppt_y</p:attrName>
                                        </p:attrNameLst>
                                      </p:cBhvr>
                                      <p:tavLst>
                                        <p:tav tm="0">
                                          <p:val>
                                            <p:strVal val="#ppt_y-0.4"/>
                                          </p:val>
                                        </p:tav>
                                        <p:tav tm="100000">
                                          <p:val>
                                            <p:strVal val="#ppt_y+0.1"/>
                                          </p:val>
                                        </p:tav>
                                      </p:tavLst>
                                    </p:anim>
                                    <p:anim calcmode="lin" valueType="num">
                                      <p:cBhvr>
                                        <p:cTn id="32"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33"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par>
                                <p:cTn id="34" presetID="30" presetClass="entr" presetSubtype="0" fill="hold" grpId="0" nodeType="withEffect">
                                  <p:stCondLst>
                                    <p:cond delay="140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800" decel="100000"/>
                                        <p:tgtEl>
                                          <p:spTgt spid="11"/>
                                        </p:tgtEl>
                                      </p:cBhvr>
                                    </p:animEffect>
                                    <p:anim calcmode="lin" valueType="num">
                                      <p:cBhvr>
                                        <p:cTn id="37" dur="800" decel="100000" fill="hold"/>
                                        <p:tgtEl>
                                          <p:spTgt spid="11"/>
                                        </p:tgtEl>
                                        <p:attrNameLst>
                                          <p:attrName>style.rotation</p:attrName>
                                        </p:attrNameLst>
                                      </p:cBhvr>
                                      <p:tavLst>
                                        <p:tav tm="0">
                                          <p:val>
                                            <p:fltVal val="-90"/>
                                          </p:val>
                                        </p:tav>
                                        <p:tav tm="100000">
                                          <p:val>
                                            <p:fltVal val="0"/>
                                          </p:val>
                                        </p:tav>
                                      </p:tavLst>
                                    </p:anim>
                                    <p:anim calcmode="lin" valueType="num">
                                      <p:cBhvr>
                                        <p:cTn id="38" dur="800" decel="100000" fill="hold"/>
                                        <p:tgtEl>
                                          <p:spTgt spid="11"/>
                                        </p:tgtEl>
                                        <p:attrNameLst>
                                          <p:attrName>ppt_x</p:attrName>
                                        </p:attrNameLst>
                                      </p:cBhvr>
                                      <p:tavLst>
                                        <p:tav tm="0">
                                          <p:val>
                                            <p:strVal val="#ppt_x+0.4"/>
                                          </p:val>
                                        </p:tav>
                                        <p:tav tm="100000">
                                          <p:val>
                                            <p:strVal val="#ppt_x-0.05"/>
                                          </p:val>
                                        </p:tav>
                                      </p:tavLst>
                                    </p:anim>
                                    <p:anim calcmode="lin" valueType="num">
                                      <p:cBhvr>
                                        <p:cTn id="39" dur="800" decel="100000" fill="hold"/>
                                        <p:tgtEl>
                                          <p:spTgt spid="11"/>
                                        </p:tgtEl>
                                        <p:attrNameLst>
                                          <p:attrName>ppt_y</p:attrName>
                                        </p:attrNameLst>
                                      </p:cBhvr>
                                      <p:tavLst>
                                        <p:tav tm="0">
                                          <p:val>
                                            <p:strVal val="#ppt_y-0.4"/>
                                          </p:val>
                                        </p:tav>
                                        <p:tav tm="100000">
                                          <p:val>
                                            <p:strVal val="#ppt_y+0.1"/>
                                          </p:val>
                                        </p:tav>
                                      </p:tavLst>
                                    </p:anim>
                                    <p:anim calcmode="lin" valueType="num">
                                      <p:cBhvr>
                                        <p:cTn id="40"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41"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par>
                                <p:cTn id="42" presetID="30" presetClass="entr" presetSubtype="0" fill="hold" grpId="0" nodeType="withEffect">
                                  <p:stCondLst>
                                    <p:cond delay="170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800" decel="100000"/>
                                        <p:tgtEl>
                                          <p:spTgt spid="12"/>
                                        </p:tgtEl>
                                      </p:cBhvr>
                                    </p:animEffect>
                                    <p:anim calcmode="lin" valueType="num">
                                      <p:cBhvr>
                                        <p:cTn id="45" dur="800" decel="100000" fill="hold"/>
                                        <p:tgtEl>
                                          <p:spTgt spid="12"/>
                                        </p:tgtEl>
                                        <p:attrNameLst>
                                          <p:attrName>style.rotation</p:attrName>
                                        </p:attrNameLst>
                                      </p:cBhvr>
                                      <p:tavLst>
                                        <p:tav tm="0">
                                          <p:val>
                                            <p:fltVal val="-90"/>
                                          </p:val>
                                        </p:tav>
                                        <p:tav tm="100000">
                                          <p:val>
                                            <p:fltVal val="0"/>
                                          </p:val>
                                        </p:tav>
                                      </p:tavLst>
                                    </p:anim>
                                    <p:anim calcmode="lin" valueType="num">
                                      <p:cBhvr>
                                        <p:cTn id="46" dur="800" decel="100000" fill="hold"/>
                                        <p:tgtEl>
                                          <p:spTgt spid="12"/>
                                        </p:tgtEl>
                                        <p:attrNameLst>
                                          <p:attrName>ppt_x</p:attrName>
                                        </p:attrNameLst>
                                      </p:cBhvr>
                                      <p:tavLst>
                                        <p:tav tm="0">
                                          <p:val>
                                            <p:strVal val="#ppt_x+0.4"/>
                                          </p:val>
                                        </p:tav>
                                        <p:tav tm="100000">
                                          <p:val>
                                            <p:strVal val="#ppt_x-0.05"/>
                                          </p:val>
                                        </p:tav>
                                      </p:tavLst>
                                    </p:anim>
                                    <p:anim calcmode="lin" valueType="num">
                                      <p:cBhvr>
                                        <p:cTn id="47" dur="800" decel="100000" fill="hold"/>
                                        <p:tgtEl>
                                          <p:spTgt spid="12"/>
                                        </p:tgtEl>
                                        <p:attrNameLst>
                                          <p:attrName>ppt_y</p:attrName>
                                        </p:attrNameLst>
                                      </p:cBhvr>
                                      <p:tavLst>
                                        <p:tav tm="0">
                                          <p:val>
                                            <p:strVal val="#ppt_y-0.4"/>
                                          </p:val>
                                        </p:tav>
                                        <p:tav tm="100000">
                                          <p:val>
                                            <p:strVal val="#ppt_y+0.1"/>
                                          </p:val>
                                        </p:tav>
                                      </p:tavLst>
                                    </p:anim>
                                    <p:anim calcmode="lin" valueType="num">
                                      <p:cBhvr>
                                        <p:cTn id="48" dur="200" accel="100000" fill="hold">
                                          <p:stCondLst>
                                            <p:cond delay="800"/>
                                          </p:stCondLst>
                                        </p:cTn>
                                        <p:tgtEl>
                                          <p:spTgt spid="12"/>
                                        </p:tgtEl>
                                        <p:attrNameLst>
                                          <p:attrName>ppt_x</p:attrName>
                                        </p:attrNameLst>
                                      </p:cBhvr>
                                      <p:tavLst>
                                        <p:tav tm="0">
                                          <p:val>
                                            <p:strVal val="#ppt_x-0.05"/>
                                          </p:val>
                                        </p:tav>
                                        <p:tav tm="100000">
                                          <p:val>
                                            <p:strVal val="#ppt_x"/>
                                          </p:val>
                                        </p:tav>
                                      </p:tavLst>
                                    </p:anim>
                                    <p:anim calcmode="lin" valueType="num">
                                      <p:cBhvr>
                                        <p:cTn id="49" dur="200" accel="100000" fill="hold">
                                          <p:stCondLst>
                                            <p:cond delay="800"/>
                                          </p:stCondLst>
                                        </p:cTn>
                                        <p:tgtEl>
                                          <p:spTgt spid="12"/>
                                        </p:tgtEl>
                                        <p:attrNameLst>
                                          <p:attrName>ppt_y</p:attrName>
                                        </p:attrNameLst>
                                      </p:cBhvr>
                                      <p:tavLst>
                                        <p:tav tm="0">
                                          <p:val>
                                            <p:strVal val="#ppt_y+0.1"/>
                                          </p:val>
                                        </p:tav>
                                        <p:tav tm="100000">
                                          <p:val>
                                            <p:strVal val="#ppt_y"/>
                                          </p:val>
                                        </p:tav>
                                      </p:tavLst>
                                    </p:anim>
                                  </p:childTnLst>
                                </p:cTn>
                              </p:par>
                              <p:par>
                                <p:cTn id="50" presetID="3" presetClass="entr" presetSubtype="10" fill="hold" grpId="0" nodeType="withEffect">
                                  <p:stCondLst>
                                    <p:cond delay="22000"/>
                                  </p:stCondLst>
                                  <p:childTnLst>
                                    <p:set>
                                      <p:cBhvr>
                                        <p:cTn id="51" dur="1" fill="hold">
                                          <p:stCondLst>
                                            <p:cond delay="0"/>
                                          </p:stCondLst>
                                        </p:cTn>
                                        <p:tgtEl>
                                          <p:spTgt spid="16"/>
                                        </p:tgtEl>
                                        <p:attrNameLst>
                                          <p:attrName>style.visibility</p:attrName>
                                        </p:attrNameLst>
                                      </p:cBhvr>
                                      <p:to>
                                        <p:strVal val="visible"/>
                                      </p:to>
                                    </p:set>
                                    <p:animEffect transition="in" filter="blinds(horizontal)">
                                      <p:cBhvr>
                                        <p:cTn id="52" dur="500"/>
                                        <p:tgtEl>
                                          <p:spTgt spid="16"/>
                                        </p:tgtEl>
                                      </p:cBhvr>
                                    </p:animEffect>
                                  </p:childTnLst>
                                </p:cTn>
                              </p:par>
                              <p:par>
                                <p:cTn id="53" presetID="42" presetClass="entr" presetSubtype="0" fill="hold" grpId="1" nodeType="withEffect">
                                  <p:stCondLst>
                                    <p:cond delay="250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anim calcmode="lin" valueType="num">
                                      <p:cBhvr>
                                        <p:cTn id="56" dur="1000" fill="hold"/>
                                        <p:tgtEl>
                                          <p:spTgt spid="17"/>
                                        </p:tgtEl>
                                        <p:attrNameLst>
                                          <p:attrName>ppt_x</p:attrName>
                                        </p:attrNameLst>
                                      </p:cBhvr>
                                      <p:tavLst>
                                        <p:tav tm="0">
                                          <p:val>
                                            <p:strVal val="#ppt_x"/>
                                          </p:val>
                                        </p:tav>
                                        <p:tav tm="100000">
                                          <p:val>
                                            <p:strVal val="#ppt_x"/>
                                          </p:val>
                                        </p:tav>
                                      </p:tavLst>
                                    </p:anim>
                                    <p:anim calcmode="lin" valueType="num">
                                      <p:cBhvr>
                                        <p:cTn id="57" dur="1000" fill="hold"/>
                                        <p:tgtEl>
                                          <p:spTgt spid="17"/>
                                        </p:tgtEl>
                                        <p:attrNameLst>
                                          <p:attrName>ppt_y</p:attrName>
                                        </p:attrNameLst>
                                      </p:cBhvr>
                                      <p:tavLst>
                                        <p:tav tm="0">
                                          <p:val>
                                            <p:strVal val="#ppt_y+.1"/>
                                          </p:val>
                                        </p:tav>
                                        <p:tav tm="100000">
                                          <p:val>
                                            <p:strVal val="#ppt_y"/>
                                          </p:val>
                                        </p:tav>
                                      </p:tavLst>
                                    </p:anim>
                                  </p:childTnLst>
                                </p:cTn>
                              </p:par>
                              <p:par>
                                <p:cTn id="58" presetID="42" presetClass="entr" presetSubtype="0" fill="hold" grpId="1" nodeType="withEffect">
                                  <p:stCondLst>
                                    <p:cond delay="250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1000"/>
                                        <p:tgtEl>
                                          <p:spTgt spid="20"/>
                                        </p:tgtEl>
                                      </p:cBhvr>
                                    </p:animEffect>
                                    <p:anim calcmode="lin" valueType="num">
                                      <p:cBhvr>
                                        <p:cTn id="61" dur="1000" fill="hold"/>
                                        <p:tgtEl>
                                          <p:spTgt spid="20"/>
                                        </p:tgtEl>
                                        <p:attrNameLst>
                                          <p:attrName>ppt_x</p:attrName>
                                        </p:attrNameLst>
                                      </p:cBhvr>
                                      <p:tavLst>
                                        <p:tav tm="0">
                                          <p:val>
                                            <p:strVal val="#ppt_x"/>
                                          </p:val>
                                        </p:tav>
                                        <p:tav tm="100000">
                                          <p:val>
                                            <p:strVal val="#ppt_x"/>
                                          </p:val>
                                        </p:tav>
                                      </p:tavLst>
                                    </p:anim>
                                    <p:anim calcmode="lin" valueType="num">
                                      <p:cBhvr>
                                        <p:cTn id="62" dur="1000" fill="hold"/>
                                        <p:tgtEl>
                                          <p:spTgt spid="20"/>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700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1000"/>
                                        <p:tgtEl>
                                          <p:spTgt spid="18"/>
                                        </p:tgtEl>
                                      </p:cBhvr>
                                    </p:animEffect>
                                    <p:anim calcmode="lin" valueType="num">
                                      <p:cBhvr>
                                        <p:cTn id="66" dur="1000" fill="hold"/>
                                        <p:tgtEl>
                                          <p:spTgt spid="18"/>
                                        </p:tgtEl>
                                        <p:attrNameLst>
                                          <p:attrName>ppt_x</p:attrName>
                                        </p:attrNameLst>
                                      </p:cBhvr>
                                      <p:tavLst>
                                        <p:tav tm="0">
                                          <p:val>
                                            <p:strVal val="#ppt_x"/>
                                          </p:val>
                                        </p:tav>
                                        <p:tav tm="100000">
                                          <p:val>
                                            <p:strVal val="#ppt_x"/>
                                          </p:val>
                                        </p:tav>
                                      </p:tavLst>
                                    </p:anim>
                                    <p:anim calcmode="lin" valueType="num">
                                      <p:cBhvr>
                                        <p:cTn id="67" dur="1000" fill="hold"/>
                                        <p:tgtEl>
                                          <p:spTgt spid="1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700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1000"/>
                                        <p:tgtEl>
                                          <p:spTgt spid="21"/>
                                        </p:tgtEl>
                                      </p:cBhvr>
                                    </p:animEffect>
                                    <p:anim calcmode="lin" valueType="num">
                                      <p:cBhvr>
                                        <p:cTn id="71" dur="1000" fill="hold"/>
                                        <p:tgtEl>
                                          <p:spTgt spid="21"/>
                                        </p:tgtEl>
                                        <p:attrNameLst>
                                          <p:attrName>ppt_x</p:attrName>
                                        </p:attrNameLst>
                                      </p:cBhvr>
                                      <p:tavLst>
                                        <p:tav tm="0">
                                          <p:val>
                                            <p:strVal val="#ppt_x"/>
                                          </p:val>
                                        </p:tav>
                                        <p:tav tm="100000">
                                          <p:val>
                                            <p:strVal val="#ppt_x"/>
                                          </p:val>
                                        </p:tav>
                                      </p:tavLst>
                                    </p:anim>
                                    <p:anim calcmode="lin" valueType="num">
                                      <p:cBhvr>
                                        <p:cTn id="72" dur="1000" fill="hold"/>
                                        <p:tgtEl>
                                          <p:spTgt spid="21"/>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290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1000"/>
                                        <p:tgtEl>
                                          <p:spTgt spid="22"/>
                                        </p:tgtEl>
                                      </p:cBhvr>
                                    </p:animEffect>
                                    <p:anim calcmode="lin" valueType="num">
                                      <p:cBhvr>
                                        <p:cTn id="76" dur="1000" fill="hold"/>
                                        <p:tgtEl>
                                          <p:spTgt spid="22"/>
                                        </p:tgtEl>
                                        <p:attrNameLst>
                                          <p:attrName>ppt_x</p:attrName>
                                        </p:attrNameLst>
                                      </p:cBhvr>
                                      <p:tavLst>
                                        <p:tav tm="0">
                                          <p:val>
                                            <p:strVal val="#ppt_x"/>
                                          </p:val>
                                        </p:tav>
                                        <p:tav tm="100000">
                                          <p:val>
                                            <p:strVal val="#ppt_x"/>
                                          </p:val>
                                        </p:tav>
                                      </p:tavLst>
                                    </p:anim>
                                    <p:anim calcmode="lin" valueType="num">
                                      <p:cBhvr>
                                        <p:cTn id="77" dur="1000" fill="hold"/>
                                        <p:tgtEl>
                                          <p:spTgt spid="22"/>
                                        </p:tgtEl>
                                        <p:attrNameLst>
                                          <p:attrName>ppt_y</p:attrName>
                                        </p:attrNameLst>
                                      </p:cBhvr>
                                      <p:tavLst>
                                        <p:tav tm="0">
                                          <p:val>
                                            <p:strVal val="#ppt_y+.1"/>
                                          </p:val>
                                        </p:tav>
                                        <p:tav tm="100000">
                                          <p:val>
                                            <p:strVal val="#ppt_y"/>
                                          </p:val>
                                        </p:tav>
                                      </p:tavLst>
                                    </p:anim>
                                  </p:childTnLst>
                                </p:cTn>
                              </p:par>
                              <p:par>
                                <p:cTn id="78" presetID="2" presetClass="entr" presetSubtype="4" fill="hold" grpId="0" nodeType="withEffect">
                                  <p:stCondLst>
                                    <p:cond delay="330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500" fill="hold"/>
                                        <p:tgtEl>
                                          <p:spTgt spid="14"/>
                                        </p:tgtEl>
                                        <p:attrNameLst>
                                          <p:attrName>ppt_x</p:attrName>
                                        </p:attrNameLst>
                                      </p:cBhvr>
                                      <p:tavLst>
                                        <p:tav tm="0">
                                          <p:val>
                                            <p:strVal val="#ppt_x"/>
                                          </p:val>
                                        </p:tav>
                                        <p:tav tm="100000">
                                          <p:val>
                                            <p:strVal val="#ppt_x"/>
                                          </p:val>
                                        </p:tav>
                                      </p:tavLst>
                                    </p:anim>
                                    <p:anim calcmode="lin" valueType="num">
                                      <p:cBhvr additive="base">
                                        <p:cTn id="8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82" fill="hold" display="0">
                  <p:stCondLst>
                    <p:cond delay="indefinite"/>
                  </p:stCondLst>
                  <p:endCondLst>
                    <p:cond evt="onStopAudio" delay="0">
                      <p:tgtEl>
                        <p:sldTgt/>
                      </p:tgtEl>
                    </p:cond>
                  </p:endCondLst>
                </p:cTn>
                <p:tgtEl>
                  <p:spTgt spid="2"/>
                </p:tgtEl>
              </p:cMediaNode>
            </p:audio>
          </p:childTnLst>
        </p:cTn>
      </p:par>
    </p:tnLst>
    <p:bldLst>
      <p:bldP spid="8" grpId="0" animBg="1"/>
      <p:bldP spid="9" grpId="0" animBg="1"/>
      <p:bldP spid="10" grpId="0" animBg="1"/>
      <p:bldP spid="11" grpId="0" animBg="1"/>
      <p:bldP spid="12" grpId="0" animBg="1"/>
      <p:bldP spid="14" grpId="0" animBg="1"/>
      <p:bldP spid="15" grpId="0" animBg="1"/>
      <p:bldP spid="16" grpId="0" animBg="1"/>
      <p:bldP spid="17" grpId="1" animBg="1"/>
      <p:bldP spid="18" grpId="0" animBg="1"/>
      <p:bldP spid="20" grpId="1" animBg="1"/>
      <p:bldP spid="21" grpId="0" animBg="1"/>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20</a:t>
            </a:fld>
            <a:endParaRPr lang="en-US"/>
          </a:p>
        </p:txBody>
      </p:sp>
      <p:sp>
        <p:nvSpPr>
          <p:cNvPr id="7" name="Rectangle 6">
            <a:extLst>
              <a:ext uri="{FF2B5EF4-FFF2-40B4-BE49-F238E27FC236}">
                <a16:creationId xmlns:a16="http://schemas.microsoft.com/office/drawing/2014/main" id="{BBB527FC-A170-3D4B-8C05-580B05727112}"/>
              </a:ext>
            </a:extLst>
          </p:cNvPr>
          <p:cNvSpPr/>
          <p:nvPr/>
        </p:nvSpPr>
        <p:spPr>
          <a:xfrm>
            <a:off x="265951" y="840399"/>
            <a:ext cx="3255108" cy="369332"/>
          </a:xfrm>
          <a:prstGeom prst="rect">
            <a:avLst/>
          </a:prstGeom>
          <a:solidFill>
            <a:schemeClr val="accent1"/>
          </a:solidFill>
          <a:ln>
            <a:noFill/>
          </a:ln>
        </p:spPr>
        <p:txBody>
          <a:bodyPr wrap="square">
            <a:spAutoFit/>
          </a:bodyPr>
          <a:lstStyle/>
          <a:p>
            <a:pPr algn="ctr">
              <a:lnSpc>
                <a:spcPct val="100000"/>
              </a:lnSpc>
              <a:spcBef>
                <a:spcPct val="0"/>
              </a:spcBef>
              <a:buNone/>
            </a:pPr>
            <a:r>
              <a:rPr lang="en-US" altLang="en-US" b="1" dirty="0">
                <a:solidFill>
                  <a:schemeClr val="bg1"/>
                </a:solidFill>
                <a:latin typeface="Calibri" panose="020F0502020204030204" pitchFamily="34" charset="0"/>
                <a:cs typeface="Calibri" panose="020F0502020204030204" pitchFamily="34" charset="0"/>
              </a:rPr>
              <a:t>Dashboard Page</a:t>
            </a:r>
          </a:p>
        </p:txBody>
      </p:sp>
      <p:pic>
        <p:nvPicPr>
          <p:cNvPr id="2" name="Picture 1">
            <a:extLst>
              <a:ext uri="{FF2B5EF4-FFF2-40B4-BE49-F238E27FC236}">
                <a16:creationId xmlns:a16="http://schemas.microsoft.com/office/drawing/2014/main" id="{AC5B9C48-D0BF-C54A-9C69-1B7B7FDBA561}"/>
              </a:ext>
            </a:extLst>
          </p:cNvPr>
          <p:cNvPicPr>
            <a:picLocks noChangeAspect="1"/>
          </p:cNvPicPr>
          <p:nvPr/>
        </p:nvPicPr>
        <p:blipFill>
          <a:blip r:embed="rId5"/>
          <a:stretch>
            <a:fillRect/>
          </a:stretch>
        </p:blipFill>
        <p:spPr>
          <a:xfrm>
            <a:off x="265951" y="2042370"/>
            <a:ext cx="11353800" cy="2982444"/>
          </a:xfrm>
          <a:prstGeom prst="rect">
            <a:avLst/>
          </a:prstGeom>
        </p:spPr>
      </p:pic>
      <p:sp>
        <p:nvSpPr>
          <p:cNvPr id="3" name="Rectangle 2">
            <a:extLst>
              <a:ext uri="{FF2B5EF4-FFF2-40B4-BE49-F238E27FC236}">
                <a16:creationId xmlns:a16="http://schemas.microsoft.com/office/drawing/2014/main" id="{320735B0-5D69-0543-ACC4-A5E383C9E164}"/>
              </a:ext>
            </a:extLst>
          </p:cNvPr>
          <p:cNvSpPr/>
          <p:nvPr/>
        </p:nvSpPr>
        <p:spPr>
          <a:xfrm>
            <a:off x="265951" y="2926080"/>
            <a:ext cx="3591154" cy="382385"/>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M Slide 20 Dashboard.m4a" descr="CM Slide 20 Dashboard.m4a">
            <a:hlinkClick r:id="" action="ppaction://media"/>
            <a:extLst>
              <a:ext uri="{FF2B5EF4-FFF2-40B4-BE49-F238E27FC236}">
                <a16:creationId xmlns:a16="http://schemas.microsoft.com/office/drawing/2014/main" id="{83046F09-2469-1B4D-BAA5-483DE5A47DF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47400" y="5535083"/>
            <a:ext cx="812800" cy="812800"/>
          </a:xfrm>
          <a:prstGeom prst="rect">
            <a:avLst/>
          </a:prstGeom>
        </p:spPr>
      </p:pic>
      <p:cxnSp>
        <p:nvCxnSpPr>
          <p:cNvPr id="8" name="Straight Connector 7">
            <a:extLst>
              <a:ext uri="{FF2B5EF4-FFF2-40B4-BE49-F238E27FC236}">
                <a16:creationId xmlns:a16="http://schemas.microsoft.com/office/drawing/2014/main" id="{2EEC2A3F-2D4A-844C-AFBB-09BB7C72711A}"/>
              </a:ext>
            </a:extLst>
          </p:cNvPr>
          <p:cNvCxnSpPr/>
          <p:nvPr/>
        </p:nvCxnSpPr>
        <p:spPr>
          <a:xfrm>
            <a:off x="1557867" y="2926080"/>
            <a:ext cx="177800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94158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600" fill="hold"/>
                                        <p:tgtEl>
                                          <p:spTgt spid="4"/>
                                        </p:tgtEl>
                                      </p:cBhvr>
                                    </p:cmd>
                                  </p:childTnLst>
                                </p:cTn>
                              </p:par>
                              <p:par>
                                <p:cTn id="7" presetID="18" presetClass="entr" presetSubtype="12" fill="hold" nodeType="withEffect">
                                  <p:stCondLst>
                                    <p:cond delay="1000"/>
                                  </p:stCondLst>
                                  <p:childTnLst>
                                    <p:set>
                                      <p:cBhvr>
                                        <p:cTn id="8" dur="1" fill="hold">
                                          <p:stCondLst>
                                            <p:cond delay="0"/>
                                          </p:stCondLst>
                                        </p:cTn>
                                        <p:tgtEl>
                                          <p:spTgt spid="2"/>
                                        </p:tgtEl>
                                        <p:attrNameLst>
                                          <p:attrName>style.visibility</p:attrName>
                                        </p:attrNameLst>
                                      </p:cBhvr>
                                      <p:to>
                                        <p:strVal val="visible"/>
                                      </p:to>
                                    </p:set>
                                    <p:animEffect transition="in" filter="strips(downLeft)">
                                      <p:cBhvr>
                                        <p:cTn id="9" dur="500"/>
                                        <p:tgtEl>
                                          <p:spTgt spid="2"/>
                                        </p:tgtEl>
                                      </p:cBhvr>
                                    </p:animEffect>
                                  </p:childTnLst>
                                </p:cTn>
                              </p:par>
                              <p:par>
                                <p:cTn id="10" presetID="1" presetClass="entr" presetSubtype="0" fill="hold" nodeType="withEffect">
                                  <p:stCondLst>
                                    <p:cond delay="10000"/>
                                  </p:stCondLst>
                                  <p:childTnLst>
                                    <p:set>
                                      <p:cBhvr>
                                        <p:cTn id="11" dur="1" fill="hold">
                                          <p:stCondLst>
                                            <p:cond delay="0"/>
                                          </p:stCondLst>
                                        </p:cTn>
                                        <p:tgtEl>
                                          <p:spTgt spid="8"/>
                                        </p:tgtEl>
                                        <p:attrNameLst>
                                          <p:attrName>style.visibility</p:attrName>
                                        </p:attrNameLst>
                                      </p:cBhvr>
                                      <p:to>
                                        <p:strVal val="visible"/>
                                      </p:to>
                                    </p:set>
                                  </p:childTnLst>
                                </p:cTn>
                              </p:par>
                              <p:par>
                                <p:cTn id="12" presetID="35" presetClass="emph" presetSubtype="0" repeatCount="3000" fill="hold" nodeType="withEffect">
                                  <p:stCondLst>
                                    <p:cond delay="10000"/>
                                  </p:stCondLst>
                                  <p:childTnLst>
                                    <p:anim calcmode="discrete" valueType="str">
                                      <p:cBhvr>
                                        <p:cTn id="13" dur="1000" fill="hold"/>
                                        <p:tgtEl>
                                          <p:spTgt spid="8"/>
                                        </p:tgtEl>
                                        <p:attrNameLst>
                                          <p:attrName>style.visibility</p:attrName>
                                        </p:attrNameLst>
                                      </p:cBhvr>
                                      <p:tavLst>
                                        <p:tav tm="0">
                                          <p:val>
                                            <p:strVal val="hidden"/>
                                          </p:val>
                                        </p:tav>
                                        <p:tav tm="50000">
                                          <p:val>
                                            <p:strVal val="visible"/>
                                          </p:val>
                                        </p:tav>
                                      </p:tavLst>
                                    </p:anim>
                                  </p:childTnLst>
                                  <p:subTnLst>
                                    <p:set>
                                      <p:cBhvr override="childStyle">
                                        <p:cTn dur="1" fill="hold" display="0" masterRel="sameClick" afterEffect="1">
                                          <p:stCondLst>
                                            <p:cond evt="end" delay="0">
                                              <p:tn val="12"/>
                                            </p:cond>
                                          </p:stCondLst>
                                        </p:cTn>
                                        <p:tgtEl>
                                          <p:spTgt spid="8"/>
                                        </p:tgtEl>
                                        <p:attrNameLst>
                                          <p:attrName>style.visibility</p:attrName>
                                        </p:attrNameLst>
                                      </p:cBhvr>
                                      <p:to>
                                        <p:strVal val="hidden"/>
                                      </p:to>
                                    </p:set>
                                  </p:subTnLst>
                                </p:cTn>
                              </p:par>
                              <p:par>
                                <p:cTn id="14" presetID="18" presetClass="entr" presetSubtype="12" fill="hold" grpId="0" nodeType="withEffect">
                                  <p:stCondLst>
                                    <p:cond delay="14000"/>
                                  </p:stCondLst>
                                  <p:childTnLst>
                                    <p:set>
                                      <p:cBhvr>
                                        <p:cTn id="15" dur="1" fill="hold">
                                          <p:stCondLst>
                                            <p:cond delay="0"/>
                                          </p:stCondLst>
                                        </p:cTn>
                                        <p:tgtEl>
                                          <p:spTgt spid="3"/>
                                        </p:tgtEl>
                                        <p:attrNameLst>
                                          <p:attrName>style.visibility</p:attrName>
                                        </p:attrNameLst>
                                      </p:cBhvr>
                                      <p:to>
                                        <p:strVal val="visible"/>
                                      </p:to>
                                    </p:set>
                                    <p:animEffect transition="in" filter="strips(down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7" fill="hold" display="0">
                  <p:stCondLst>
                    <p:cond delay="indefinite"/>
                  </p:stCondLst>
                  <p:endCondLst>
                    <p:cond evt="onStopAudio" delay="0">
                      <p:tgtEl>
                        <p:sldTgt/>
                      </p:tgtEl>
                    </p:cond>
                  </p:endCondLst>
                </p:cTn>
                <p:tgtEl>
                  <p:spTgt spid="4"/>
                </p:tgtEl>
              </p:cMediaNode>
            </p:audio>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21</a:t>
            </a:fld>
            <a:endParaRPr lang="en-US"/>
          </a:p>
        </p:txBody>
      </p:sp>
      <p:sp>
        <p:nvSpPr>
          <p:cNvPr id="7" name="Rectangle 6">
            <a:extLst>
              <a:ext uri="{FF2B5EF4-FFF2-40B4-BE49-F238E27FC236}">
                <a16:creationId xmlns:a16="http://schemas.microsoft.com/office/drawing/2014/main" id="{3D513320-FD6A-D349-A400-27FB4B54E437}"/>
              </a:ext>
            </a:extLst>
          </p:cNvPr>
          <p:cNvSpPr/>
          <p:nvPr/>
        </p:nvSpPr>
        <p:spPr>
          <a:xfrm>
            <a:off x="312455" y="763300"/>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9" name="TextBox 8">
            <a:extLst>
              <a:ext uri="{FF2B5EF4-FFF2-40B4-BE49-F238E27FC236}">
                <a16:creationId xmlns:a16="http://schemas.microsoft.com/office/drawing/2014/main" id="{462B3304-0AE2-EC4C-94CF-9CE70269D56D}"/>
              </a:ext>
            </a:extLst>
          </p:cNvPr>
          <p:cNvSpPr txBox="1"/>
          <p:nvPr/>
        </p:nvSpPr>
        <p:spPr>
          <a:xfrm>
            <a:off x="2890256" y="5069520"/>
            <a:ext cx="4583242" cy="307777"/>
          </a:xfrm>
          <a:prstGeom prst="rect">
            <a:avLst/>
          </a:prstGeom>
          <a:noFill/>
        </p:spPr>
        <p:txBody>
          <a:bodyPr wrap="none" rtlCol="0">
            <a:spAutoFit/>
          </a:bodyPr>
          <a:lstStyle/>
          <a:p>
            <a:r>
              <a:rPr lang="en-US" sz="1400" dirty="0"/>
              <a:t>1. Select your account name under the Narratives menu tab.</a:t>
            </a:r>
          </a:p>
        </p:txBody>
      </p:sp>
      <p:pic>
        <p:nvPicPr>
          <p:cNvPr id="3" name="Picture 2">
            <a:extLst>
              <a:ext uri="{FF2B5EF4-FFF2-40B4-BE49-F238E27FC236}">
                <a16:creationId xmlns:a16="http://schemas.microsoft.com/office/drawing/2014/main" id="{94B98CC0-368E-A448-871A-48674991C696}"/>
              </a:ext>
            </a:extLst>
          </p:cNvPr>
          <p:cNvPicPr>
            <a:picLocks noChangeAspect="1"/>
          </p:cNvPicPr>
          <p:nvPr/>
        </p:nvPicPr>
        <p:blipFill>
          <a:blip r:embed="rId5"/>
          <a:stretch>
            <a:fillRect/>
          </a:stretch>
        </p:blipFill>
        <p:spPr>
          <a:xfrm>
            <a:off x="575327" y="1352830"/>
            <a:ext cx="11041345" cy="4741870"/>
          </a:xfrm>
          <a:prstGeom prst="rect">
            <a:avLst/>
          </a:prstGeom>
        </p:spPr>
      </p:pic>
      <p:pic>
        <p:nvPicPr>
          <p:cNvPr id="2" name="CM Slide 21 Logging a Change Entry.m4a" descr="CM Slide 21 Logging a Change Entry.m4a">
            <a:hlinkClick r:id="" action="ppaction://media"/>
            <a:extLst>
              <a:ext uri="{FF2B5EF4-FFF2-40B4-BE49-F238E27FC236}">
                <a16:creationId xmlns:a16="http://schemas.microsoft.com/office/drawing/2014/main" id="{0ECD4130-F65B-3B4D-87D2-4837F9893F3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74400" y="5687564"/>
            <a:ext cx="812800" cy="812800"/>
          </a:xfrm>
          <a:prstGeom prst="rect">
            <a:avLst/>
          </a:prstGeom>
        </p:spPr>
      </p:pic>
      <p:sp>
        <p:nvSpPr>
          <p:cNvPr id="4" name="Rectangle 3">
            <a:extLst>
              <a:ext uri="{FF2B5EF4-FFF2-40B4-BE49-F238E27FC236}">
                <a16:creationId xmlns:a16="http://schemas.microsoft.com/office/drawing/2014/main" id="{5BCB7A27-2626-064C-8916-67F6FB464D06}"/>
              </a:ext>
            </a:extLst>
          </p:cNvPr>
          <p:cNvSpPr/>
          <p:nvPr/>
        </p:nvSpPr>
        <p:spPr>
          <a:xfrm>
            <a:off x="1648918" y="2443397"/>
            <a:ext cx="794479" cy="31845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1F7BEF5-E0E9-C541-8A8E-DC092DCBD4E5}"/>
              </a:ext>
            </a:extLst>
          </p:cNvPr>
          <p:cNvSpPr/>
          <p:nvPr/>
        </p:nvSpPr>
        <p:spPr>
          <a:xfrm>
            <a:off x="1480891" y="2130867"/>
            <a:ext cx="1130531" cy="420596"/>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409624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856" fill="hold"/>
                                        <p:tgtEl>
                                          <p:spTgt spid="2"/>
                                        </p:tgtEl>
                                      </p:cBhvr>
                                    </p:cmd>
                                  </p:childTnLst>
                                </p:cTn>
                              </p:par>
                              <p:par>
                                <p:cTn id="7" presetID="18" presetClass="entr" presetSubtype="12" fill="hold" grpId="0" nodeType="withEffect">
                                  <p:stCondLst>
                                    <p:cond delay="10000"/>
                                  </p:stCondLst>
                                  <p:childTnLst>
                                    <p:set>
                                      <p:cBhvr>
                                        <p:cTn id="8" dur="1" fill="hold">
                                          <p:stCondLst>
                                            <p:cond delay="0"/>
                                          </p:stCondLst>
                                        </p:cTn>
                                        <p:tgtEl>
                                          <p:spTgt spid="11"/>
                                        </p:tgtEl>
                                        <p:attrNameLst>
                                          <p:attrName>style.visibility</p:attrName>
                                        </p:attrNameLst>
                                      </p:cBhvr>
                                      <p:to>
                                        <p:strVal val="visible"/>
                                      </p:to>
                                    </p:set>
                                    <p:animEffect transition="in" filter="strips(downLeft)">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0" fill="hold" display="0">
                  <p:stCondLst>
                    <p:cond delay="indefinite"/>
                  </p:stCondLst>
                  <p:endCondLst>
                    <p:cond evt="onStopAudio" delay="0">
                      <p:tgtEl>
                        <p:sldTgt/>
                      </p:tgtEl>
                    </p:cond>
                  </p:endCondLst>
                </p:cTn>
                <p:tgtEl>
                  <p:spTgt spid="2"/>
                </p:tgtEl>
              </p:cMediaNode>
            </p:audio>
          </p:childTnLst>
        </p:cTn>
      </p:par>
    </p:tnLst>
    <p:bldLst>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22</a:t>
            </a:fld>
            <a:endParaRPr lang="en-US"/>
          </a:p>
        </p:txBody>
      </p:sp>
      <p:sp>
        <p:nvSpPr>
          <p:cNvPr id="7" name="Rectangle 6">
            <a:extLst>
              <a:ext uri="{FF2B5EF4-FFF2-40B4-BE49-F238E27FC236}">
                <a16:creationId xmlns:a16="http://schemas.microsoft.com/office/drawing/2014/main" id="{87BF3220-E3D2-9447-A0A0-035A5623E453}"/>
              </a:ext>
            </a:extLst>
          </p:cNvPr>
          <p:cNvSpPr/>
          <p:nvPr/>
        </p:nvSpPr>
        <p:spPr>
          <a:xfrm>
            <a:off x="229364" y="820369"/>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pic>
        <p:nvPicPr>
          <p:cNvPr id="8" name="Picture 7">
            <a:extLst>
              <a:ext uri="{FF2B5EF4-FFF2-40B4-BE49-F238E27FC236}">
                <a16:creationId xmlns:a16="http://schemas.microsoft.com/office/drawing/2014/main" id="{6545A58D-F905-D64A-86E2-5D3E9131D095}"/>
              </a:ext>
            </a:extLst>
          </p:cNvPr>
          <p:cNvPicPr>
            <a:picLocks noChangeAspect="1"/>
          </p:cNvPicPr>
          <p:nvPr/>
        </p:nvPicPr>
        <p:blipFill>
          <a:blip r:embed="rId5"/>
          <a:stretch>
            <a:fillRect/>
          </a:stretch>
        </p:blipFill>
        <p:spPr>
          <a:xfrm>
            <a:off x="6356053" y="1285881"/>
            <a:ext cx="5475247" cy="4475712"/>
          </a:xfrm>
          <a:prstGeom prst="rect">
            <a:avLst/>
          </a:prstGeom>
        </p:spPr>
      </p:pic>
      <p:sp>
        <p:nvSpPr>
          <p:cNvPr id="9" name="TextBox 8">
            <a:extLst>
              <a:ext uri="{FF2B5EF4-FFF2-40B4-BE49-F238E27FC236}">
                <a16:creationId xmlns:a16="http://schemas.microsoft.com/office/drawing/2014/main" id="{D93B1A06-4B77-F34E-BF0D-4D290F496FEF}"/>
              </a:ext>
            </a:extLst>
          </p:cNvPr>
          <p:cNvSpPr txBox="1"/>
          <p:nvPr/>
        </p:nvSpPr>
        <p:spPr>
          <a:xfrm>
            <a:off x="986156" y="2190541"/>
            <a:ext cx="4849790" cy="646331"/>
          </a:xfrm>
          <a:prstGeom prst="rect">
            <a:avLst/>
          </a:prstGeom>
          <a:noFill/>
        </p:spPr>
        <p:txBody>
          <a:bodyPr wrap="square" rtlCol="0">
            <a:spAutoFit/>
          </a:bodyPr>
          <a:lstStyle/>
          <a:p>
            <a:r>
              <a:rPr lang="en-US" dirty="0"/>
              <a:t>2. Click “Add New Line Item to This Section” link under General Information. </a:t>
            </a:r>
          </a:p>
        </p:txBody>
      </p:sp>
      <p:cxnSp>
        <p:nvCxnSpPr>
          <p:cNvPr id="10" name="Straight Arrow Connector 9">
            <a:extLst>
              <a:ext uri="{FF2B5EF4-FFF2-40B4-BE49-F238E27FC236}">
                <a16:creationId xmlns:a16="http://schemas.microsoft.com/office/drawing/2014/main" id="{631F94F8-D3AD-6B44-8307-E86E24A20527}"/>
              </a:ext>
            </a:extLst>
          </p:cNvPr>
          <p:cNvCxnSpPr>
            <a:cxnSpLocks/>
          </p:cNvCxnSpPr>
          <p:nvPr/>
        </p:nvCxnSpPr>
        <p:spPr>
          <a:xfrm>
            <a:off x="5835946" y="2513707"/>
            <a:ext cx="2405254" cy="0"/>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pic>
        <p:nvPicPr>
          <p:cNvPr id="2" name="CM Slide 22 Logging a Change Entry.m4a" descr="CM Slide 22 Logging a Change Entry.m4a">
            <a:hlinkClick r:id="" action="ppaction://media"/>
            <a:extLst>
              <a:ext uri="{FF2B5EF4-FFF2-40B4-BE49-F238E27FC236}">
                <a16:creationId xmlns:a16="http://schemas.microsoft.com/office/drawing/2014/main" id="{CE561017-058A-1444-B0A3-DEBE00B80DA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18500" y="5543550"/>
            <a:ext cx="812800" cy="812800"/>
          </a:xfrm>
          <a:prstGeom prst="rect">
            <a:avLst/>
          </a:prstGeom>
        </p:spPr>
      </p:pic>
    </p:spTree>
    <p:extLst>
      <p:ext uri="{BB962C8B-B14F-4D97-AF65-F5344CB8AC3E}">
        <p14:creationId xmlns:p14="http://schemas.microsoft.com/office/powerpoint/2010/main" val="263144684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345"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8"/>
                                        </p:tgtEl>
                                        <p:attrNameLst>
                                          <p:attrName>style.visibility</p:attrName>
                                        </p:attrNameLst>
                                      </p:cBhvr>
                                      <p:to>
                                        <p:strVal val="visible"/>
                                      </p:to>
                                    </p:set>
                                    <p:animEffect transition="in" filter="strips(downLeft)">
                                      <p:cBhvr>
                                        <p:cTn id="9" dur="500"/>
                                        <p:tgtEl>
                                          <p:spTgt spid="8"/>
                                        </p:tgtEl>
                                      </p:cBhvr>
                                    </p:animEffect>
                                  </p:childTnLst>
                                </p:cTn>
                              </p:par>
                              <p:par>
                                <p:cTn id="10" presetID="1" presetClass="entr" presetSubtype="0" fill="hold" grpId="0" nodeType="withEffect">
                                  <p:stCondLst>
                                    <p:cond delay="1200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12000"/>
                                  </p:stCondLst>
                                  <p:childTnLst>
                                    <p:set>
                                      <p:cBhvr>
                                        <p:cTn id="13" dur="1" fill="hold">
                                          <p:stCondLst>
                                            <p:cond delay="0"/>
                                          </p:stCondLst>
                                        </p:cTn>
                                        <p:tgtEl>
                                          <p:spTgt spid="10"/>
                                        </p:tgtEl>
                                        <p:attrNameLst>
                                          <p:attrName>style.visibility</p:attrName>
                                        </p:attrNameLst>
                                      </p:cBhvr>
                                      <p:to>
                                        <p:strVal val="visible"/>
                                      </p:to>
                                    </p:set>
                                  </p:childTnLst>
                                </p:cTn>
                              </p:par>
                              <p:par>
                                <p:cTn id="14" presetID="35" presetClass="emph" presetSubtype="0" repeatCount="3000" fill="hold" nodeType="withEffect">
                                  <p:stCondLst>
                                    <p:cond delay="12000"/>
                                  </p:stCondLst>
                                  <p:childTnLst>
                                    <p:anim calcmode="discrete" valueType="str">
                                      <p:cBhvr>
                                        <p:cTn id="15"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6" fill="hold" display="0">
                  <p:stCondLst>
                    <p:cond delay="indefinite"/>
                  </p:stCondLst>
                  <p:endCondLst>
                    <p:cond evt="onStopAudio" delay="0">
                      <p:tgtEl>
                        <p:sldTgt/>
                      </p:tgtEl>
                    </p:cond>
                  </p:endCondLst>
                </p:cTn>
                <p:tgtEl>
                  <p:spTgt spid="2"/>
                </p:tgtEl>
              </p:cMediaNode>
            </p:audio>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23</a:t>
            </a:fld>
            <a:endParaRPr lang="en-US"/>
          </a:p>
        </p:txBody>
      </p:sp>
      <p:sp>
        <p:nvSpPr>
          <p:cNvPr id="7" name="Rectangle 6">
            <a:extLst>
              <a:ext uri="{FF2B5EF4-FFF2-40B4-BE49-F238E27FC236}">
                <a16:creationId xmlns:a16="http://schemas.microsoft.com/office/drawing/2014/main" id="{628B68A0-2A3E-E940-8DBB-A0FD934FD767}"/>
              </a:ext>
            </a:extLst>
          </p:cNvPr>
          <p:cNvSpPr/>
          <p:nvPr/>
        </p:nvSpPr>
        <p:spPr>
          <a:xfrm>
            <a:off x="312455" y="851628"/>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9" name="TextBox 8">
            <a:extLst>
              <a:ext uri="{FF2B5EF4-FFF2-40B4-BE49-F238E27FC236}">
                <a16:creationId xmlns:a16="http://schemas.microsoft.com/office/drawing/2014/main" id="{01BA5A4F-9360-2644-A0B7-6AE677FD864A}"/>
              </a:ext>
            </a:extLst>
          </p:cNvPr>
          <p:cNvSpPr txBox="1"/>
          <p:nvPr/>
        </p:nvSpPr>
        <p:spPr>
          <a:xfrm>
            <a:off x="312455" y="1375735"/>
            <a:ext cx="3810658" cy="338554"/>
          </a:xfrm>
          <a:prstGeom prst="rect">
            <a:avLst/>
          </a:prstGeom>
          <a:noFill/>
        </p:spPr>
        <p:txBody>
          <a:bodyPr wrap="square" rtlCol="0">
            <a:spAutoFit/>
          </a:bodyPr>
          <a:lstStyle/>
          <a:p>
            <a:r>
              <a:rPr lang="en-US" sz="1600" dirty="0"/>
              <a:t>3. Fill out the General Information Section.</a:t>
            </a:r>
          </a:p>
        </p:txBody>
      </p:sp>
      <p:pic>
        <p:nvPicPr>
          <p:cNvPr id="4" name="Picture 3">
            <a:extLst>
              <a:ext uri="{FF2B5EF4-FFF2-40B4-BE49-F238E27FC236}">
                <a16:creationId xmlns:a16="http://schemas.microsoft.com/office/drawing/2014/main" id="{BF100624-231E-884E-B3A4-F16394154E29}"/>
              </a:ext>
            </a:extLst>
          </p:cNvPr>
          <p:cNvPicPr>
            <a:picLocks noChangeAspect="1"/>
          </p:cNvPicPr>
          <p:nvPr/>
        </p:nvPicPr>
        <p:blipFill>
          <a:blip r:embed="rId5"/>
          <a:stretch>
            <a:fillRect/>
          </a:stretch>
        </p:blipFill>
        <p:spPr>
          <a:xfrm>
            <a:off x="1761135" y="1783012"/>
            <a:ext cx="9002239" cy="4755900"/>
          </a:xfrm>
          <a:prstGeom prst="rect">
            <a:avLst/>
          </a:prstGeom>
        </p:spPr>
      </p:pic>
      <p:sp>
        <p:nvSpPr>
          <p:cNvPr id="10" name="Rectangle 9">
            <a:extLst>
              <a:ext uri="{FF2B5EF4-FFF2-40B4-BE49-F238E27FC236}">
                <a16:creationId xmlns:a16="http://schemas.microsoft.com/office/drawing/2014/main" id="{43E8587D-9737-1B4F-A11D-DE5E6C451620}"/>
              </a:ext>
            </a:extLst>
          </p:cNvPr>
          <p:cNvSpPr/>
          <p:nvPr/>
        </p:nvSpPr>
        <p:spPr>
          <a:xfrm>
            <a:off x="5370022" y="1714289"/>
            <a:ext cx="1795549" cy="363893"/>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23 Logging a Change Entry.m4a" descr="CM Slide 23 Logging a Change Entry.m4a">
            <a:hlinkClick r:id="" action="ppaction://media"/>
            <a:extLst>
              <a:ext uri="{FF2B5EF4-FFF2-40B4-BE49-F238E27FC236}">
                <a16:creationId xmlns:a16="http://schemas.microsoft.com/office/drawing/2014/main" id="{4D28CC67-0CCE-034D-AEA5-19EA563AB0E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16039" y="5644734"/>
            <a:ext cx="812800" cy="812800"/>
          </a:xfrm>
          <a:prstGeom prst="rect">
            <a:avLst/>
          </a:prstGeom>
        </p:spPr>
      </p:pic>
    </p:spTree>
    <p:extLst>
      <p:ext uri="{BB962C8B-B14F-4D97-AF65-F5344CB8AC3E}">
        <p14:creationId xmlns:p14="http://schemas.microsoft.com/office/powerpoint/2010/main" val="272522401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893"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strips(downLeft)">
                                      <p:cBhvr>
                                        <p:cTn id="9" dur="500"/>
                                        <p:tgtEl>
                                          <p:spTgt spid="4"/>
                                        </p:tgtEl>
                                      </p:cBhvr>
                                    </p:animEffect>
                                  </p:childTnLst>
                                </p:cTn>
                              </p:par>
                              <p:par>
                                <p:cTn id="10" presetID="3" presetClass="entr" presetSubtype="10" fill="hold" grpId="0" nodeType="withEffect">
                                  <p:stCondLst>
                                    <p:cond delay="1000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3" fill="hold" display="0">
                  <p:stCondLst>
                    <p:cond delay="indefinite"/>
                  </p:stCondLst>
                  <p:endCondLst>
                    <p:cond evt="onStopAudio" delay="0">
                      <p:tgtEl>
                        <p:sldTgt/>
                      </p:tgtEl>
                    </p:cond>
                  </p:endCondLst>
                </p:cTn>
                <p:tgtEl>
                  <p:spTgt spid="2"/>
                </p:tgtEl>
              </p:cMediaNode>
            </p:audio>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24</a:t>
            </a:fld>
            <a:endParaRPr lang="en-US"/>
          </a:p>
        </p:txBody>
      </p:sp>
      <p:pic>
        <p:nvPicPr>
          <p:cNvPr id="6" name="Picture 5">
            <a:extLst>
              <a:ext uri="{FF2B5EF4-FFF2-40B4-BE49-F238E27FC236}">
                <a16:creationId xmlns:a16="http://schemas.microsoft.com/office/drawing/2014/main" id="{27AB76D3-01D7-3A4C-A9E9-35B9F812EC8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rot="2222515">
            <a:off x="8050955" y="1221917"/>
            <a:ext cx="1352047" cy="963333"/>
          </a:xfrm>
          <a:prstGeom prst="rect">
            <a:avLst/>
          </a:prstGeom>
        </p:spPr>
      </p:pic>
      <p:sp>
        <p:nvSpPr>
          <p:cNvPr id="8" name="Rectangle 7">
            <a:extLst>
              <a:ext uri="{FF2B5EF4-FFF2-40B4-BE49-F238E27FC236}">
                <a16:creationId xmlns:a16="http://schemas.microsoft.com/office/drawing/2014/main" id="{0369AB01-625E-BB43-8E66-3C8F1A89BCCF}"/>
              </a:ext>
            </a:extLst>
          </p:cNvPr>
          <p:cNvSpPr/>
          <p:nvPr/>
        </p:nvSpPr>
        <p:spPr>
          <a:xfrm>
            <a:off x="283391" y="807584"/>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9" name="TextBox 8">
            <a:extLst>
              <a:ext uri="{FF2B5EF4-FFF2-40B4-BE49-F238E27FC236}">
                <a16:creationId xmlns:a16="http://schemas.microsoft.com/office/drawing/2014/main" id="{E32A5A6C-3E0A-174B-AA31-9DA4FD9EC1F2}"/>
              </a:ext>
            </a:extLst>
          </p:cNvPr>
          <p:cNvSpPr txBox="1"/>
          <p:nvPr/>
        </p:nvSpPr>
        <p:spPr>
          <a:xfrm>
            <a:off x="283391" y="1365030"/>
            <a:ext cx="6254600" cy="338554"/>
          </a:xfrm>
          <a:prstGeom prst="rect">
            <a:avLst/>
          </a:prstGeom>
          <a:noFill/>
        </p:spPr>
        <p:txBody>
          <a:bodyPr wrap="square" rtlCol="0">
            <a:spAutoFit/>
          </a:bodyPr>
          <a:lstStyle/>
          <a:p>
            <a:r>
              <a:rPr lang="en-US" sz="1600" dirty="0"/>
              <a:t>3.1 Fill out the necessary information under Work at Risk if applicable.</a:t>
            </a:r>
          </a:p>
        </p:txBody>
      </p:sp>
      <p:sp>
        <p:nvSpPr>
          <p:cNvPr id="11" name="Rectangle 10">
            <a:extLst>
              <a:ext uri="{FF2B5EF4-FFF2-40B4-BE49-F238E27FC236}">
                <a16:creationId xmlns:a16="http://schemas.microsoft.com/office/drawing/2014/main" id="{DDC694C1-3753-8D4F-8877-B0F01F803789}"/>
              </a:ext>
            </a:extLst>
          </p:cNvPr>
          <p:cNvSpPr/>
          <p:nvPr/>
        </p:nvSpPr>
        <p:spPr>
          <a:xfrm>
            <a:off x="3719252" y="1929308"/>
            <a:ext cx="4753495" cy="307777"/>
          </a:xfrm>
          <a:prstGeom prst="rect">
            <a:avLst/>
          </a:prstGeom>
        </p:spPr>
        <p:txBody>
          <a:bodyPr wrap="square">
            <a:spAutoFit/>
          </a:bodyPr>
          <a:lstStyle/>
          <a:p>
            <a:pPr algn="ctr"/>
            <a:r>
              <a:rPr lang="en-US" sz="1400" dirty="0"/>
              <a:t>Only accomplish this section if you are logging a work at risk</a:t>
            </a:r>
          </a:p>
        </p:txBody>
      </p:sp>
      <p:pic>
        <p:nvPicPr>
          <p:cNvPr id="12" name="Picture 11">
            <a:extLst>
              <a:ext uri="{FF2B5EF4-FFF2-40B4-BE49-F238E27FC236}">
                <a16:creationId xmlns:a16="http://schemas.microsoft.com/office/drawing/2014/main" id="{76642E08-0A8E-EF4B-94D2-8BE6E99A9E53}"/>
              </a:ext>
            </a:extLst>
          </p:cNvPr>
          <p:cNvPicPr>
            <a:picLocks noChangeAspect="1"/>
          </p:cNvPicPr>
          <p:nvPr/>
        </p:nvPicPr>
        <p:blipFill>
          <a:blip r:embed="rId7"/>
          <a:stretch>
            <a:fillRect/>
          </a:stretch>
        </p:blipFill>
        <p:spPr>
          <a:xfrm>
            <a:off x="704849" y="2418788"/>
            <a:ext cx="10782300" cy="2705100"/>
          </a:xfrm>
          <a:prstGeom prst="rect">
            <a:avLst/>
          </a:prstGeom>
        </p:spPr>
      </p:pic>
      <p:sp>
        <p:nvSpPr>
          <p:cNvPr id="13" name="Rectangle 12">
            <a:extLst>
              <a:ext uri="{FF2B5EF4-FFF2-40B4-BE49-F238E27FC236}">
                <a16:creationId xmlns:a16="http://schemas.microsoft.com/office/drawing/2014/main" id="{A83D22F1-9A86-464B-B309-AE543E483CE0}"/>
              </a:ext>
            </a:extLst>
          </p:cNvPr>
          <p:cNvSpPr/>
          <p:nvPr/>
        </p:nvSpPr>
        <p:spPr>
          <a:xfrm>
            <a:off x="4971011" y="2349045"/>
            <a:ext cx="1566980" cy="45231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FF5FDE22-CE27-6440-808B-06EA6643AFF6}"/>
              </a:ext>
            </a:extLst>
          </p:cNvPr>
          <p:cNvPicPr>
            <a:picLocks noChangeAspect="1"/>
          </p:cNvPicPr>
          <p:nvPr/>
        </p:nvPicPr>
        <p:blipFill>
          <a:blip r:embed="rId8"/>
          <a:stretch>
            <a:fillRect/>
          </a:stretch>
        </p:blipFill>
        <p:spPr>
          <a:xfrm>
            <a:off x="4425949" y="5858896"/>
            <a:ext cx="3340100" cy="533400"/>
          </a:xfrm>
          <a:prstGeom prst="rect">
            <a:avLst/>
          </a:prstGeom>
        </p:spPr>
      </p:pic>
      <p:sp>
        <p:nvSpPr>
          <p:cNvPr id="15" name="Line Callout 2 14">
            <a:extLst>
              <a:ext uri="{FF2B5EF4-FFF2-40B4-BE49-F238E27FC236}">
                <a16:creationId xmlns:a16="http://schemas.microsoft.com/office/drawing/2014/main" id="{F436904F-D71A-F34E-8FCE-38D62CDA7E0A}"/>
              </a:ext>
            </a:extLst>
          </p:cNvPr>
          <p:cNvSpPr/>
          <p:nvPr/>
        </p:nvSpPr>
        <p:spPr>
          <a:xfrm>
            <a:off x="6537991" y="5492970"/>
            <a:ext cx="1660452" cy="399011"/>
          </a:xfrm>
          <a:prstGeom prst="borderCallout2">
            <a:avLst>
              <a:gd name="adj1" fmla="val 18750"/>
              <a:gd name="adj2" fmla="val -8333"/>
              <a:gd name="adj3" fmla="val 18750"/>
              <a:gd name="adj4" fmla="val -16667"/>
              <a:gd name="adj5" fmla="val 137500"/>
              <a:gd name="adj6" fmla="val -44664"/>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Attach files here</a:t>
            </a:r>
          </a:p>
        </p:txBody>
      </p:sp>
      <p:pic>
        <p:nvPicPr>
          <p:cNvPr id="2" name="CM Slide 24 Logging a Change Entry.m4a" descr="CM Slide 24 Logging a Change Entry.m4a">
            <a:hlinkClick r:id="" action="ppaction://media"/>
            <a:extLst>
              <a:ext uri="{FF2B5EF4-FFF2-40B4-BE49-F238E27FC236}">
                <a16:creationId xmlns:a16="http://schemas.microsoft.com/office/drawing/2014/main" id="{C452B75C-5487-0C4D-9CAB-428F30B17BD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080749" y="5692475"/>
            <a:ext cx="812800" cy="812800"/>
          </a:xfrm>
          <a:prstGeom prst="rect">
            <a:avLst/>
          </a:prstGeom>
        </p:spPr>
      </p:pic>
    </p:spTree>
    <p:extLst>
      <p:ext uri="{BB962C8B-B14F-4D97-AF65-F5344CB8AC3E}">
        <p14:creationId xmlns:p14="http://schemas.microsoft.com/office/powerpoint/2010/main" val="249270118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89"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12"/>
                                        </p:tgtEl>
                                        <p:attrNameLst>
                                          <p:attrName>style.visibility</p:attrName>
                                        </p:attrNameLst>
                                      </p:cBhvr>
                                      <p:to>
                                        <p:strVal val="visible"/>
                                      </p:to>
                                    </p:set>
                                    <p:animEffect transition="in" filter="strips(downLeft)">
                                      <p:cBhvr>
                                        <p:cTn id="9" dur="500"/>
                                        <p:tgtEl>
                                          <p:spTgt spid="12"/>
                                        </p:tgtEl>
                                      </p:cBhvr>
                                    </p:animEffect>
                                  </p:childTnLst>
                                </p:cTn>
                              </p:par>
                              <p:par>
                                <p:cTn id="10" presetID="1" presetClass="entr" presetSubtype="0" fill="hold" grpId="0" nodeType="withEffect">
                                  <p:stCondLst>
                                    <p:cond delay="4000"/>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grpId="0" nodeType="withEffect">
                                  <p:stCondLst>
                                    <p:cond delay="4000"/>
                                  </p:stCondLst>
                                  <p:childTnLst>
                                    <p:set>
                                      <p:cBhvr>
                                        <p:cTn id="13" dur="1" fill="hold">
                                          <p:stCondLst>
                                            <p:cond delay="0"/>
                                          </p:stCondLst>
                                        </p:cTn>
                                        <p:tgtEl>
                                          <p:spTgt spid="9"/>
                                        </p:tgtEl>
                                        <p:attrNameLst>
                                          <p:attrName>style.visibility</p:attrName>
                                        </p:attrNameLst>
                                      </p:cBhvr>
                                      <p:to>
                                        <p:strVal val="visible"/>
                                      </p:to>
                                    </p:set>
                                  </p:childTnLst>
                                </p:cTn>
                              </p:par>
                              <p:par>
                                <p:cTn id="14" presetID="9" presetClass="entr" presetSubtype="0" fill="hold" grpId="0" nodeType="withEffect">
                                  <p:stCondLst>
                                    <p:cond delay="400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par>
                                <p:cTn id="17" presetID="9" presetClass="entr" presetSubtype="0" fill="hold" nodeType="withEffect">
                                  <p:stCondLst>
                                    <p:cond delay="400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nodeType="withEffect">
                                  <p:stCondLst>
                                    <p:cond delay="3000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3000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6" fill="hold" display="0">
                  <p:stCondLst>
                    <p:cond delay="indefinite"/>
                  </p:stCondLst>
                  <p:endCondLst>
                    <p:cond evt="onStopAudio" delay="0">
                      <p:tgtEl>
                        <p:sldTgt/>
                      </p:tgtEl>
                    </p:cond>
                  </p:endCondLst>
                </p:cTn>
                <p:tgtEl>
                  <p:spTgt spid="2"/>
                </p:tgtEl>
              </p:cMediaNode>
            </p:audio>
          </p:childTnLst>
        </p:cTn>
      </p:par>
    </p:tnLst>
    <p:bldLst>
      <p:bldP spid="9" grpId="0"/>
      <p:bldP spid="11" grpId="0"/>
      <p:bldP spid="13"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25</a:t>
            </a:fld>
            <a:endParaRPr lang="en-US"/>
          </a:p>
        </p:txBody>
      </p:sp>
      <p:sp>
        <p:nvSpPr>
          <p:cNvPr id="7" name="Rectangle 6">
            <a:extLst>
              <a:ext uri="{FF2B5EF4-FFF2-40B4-BE49-F238E27FC236}">
                <a16:creationId xmlns:a16="http://schemas.microsoft.com/office/drawing/2014/main" id="{BAE9E858-53A6-3F43-B9BC-5964DC79354F}"/>
              </a:ext>
            </a:extLst>
          </p:cNvPr>
          <p:cNvSpPr/>
          <p:nvPr/>
        </p:nvSpPr>
        <p:spPr>
          <a:xfrm>
            <a:off x="312455" y="912612"/>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8" name="TextBox 7">
            <a:extLst>
              <a:ext uri="{FF2B5EF4-FFF2-40B4-BE49-F238E27FC236}">
                <a16:creationId xmlns:a16="http://schemas.microsoft.com/office/drawing/2014/main" id="{25C9D537-956F-764D-A337-F91D0D7CB831}"/>
              </a:ext>
            </a:extLst>
          </p:cNvPr>
          <p:cNvSpPr txBox="1"/>
          <p:nvPr/>
        </p:nvSpPr>
        <p:spPr>
          <a:xfrm>
            <a:off x="297888" y="1686629"/>
            <a:ext cx="5105385" cy="338554"/>
          </a:xfrm>
          <a:prstGeom prst="rect">
            <a:avLst/>
          </a:prstGeom>
          <a:noFill/>
        </p:spPr>
        <p:txBody>
          <a:bodyPr wrap="square" rtlCol="0">
            <a:spAutoFit/>
          </a:bodyPr>
          <a:lstStyle/>
          <a:p>
            <a:pPr>
              <a:buClr>
                <a:srgbClr val="C00000"/>
              </a:buClr>
            </a:pPr>
            <a:r>
              <a:rPr lang="en-US" sz="1600" dirty="0"/>
              <a:t>3.2 Fill out the necessary information under Change Details.</a:t>
            </a:r>
          </a:p>
        </p:txBody>
      </p:sp>
      <p:pic>
        <p:nvPicPr>
          <p:cNvPr id="9" name="Picture 8">
            <a:extLst>
              <a:ext uri="{FF2B5EF4-FFF2-40B4-BE49-F238E27FC236}">
                <a16:creationId xmlns:a16="http://schemas.microsoft.com/office/drawing/2014/main" id="{1296463E-89FE-C54C-B6D8-8EC659699524}"/>
              </a:ext>
            </a:extLst>
          </p:cNvPr>
          <p:cNvPicPr>
            <a:picLocks noChangeAspect="1"/>
          </p:cNvPicPr>
          <p:nvPr/>
        </p:nvPicPr>
        <p:blipFill>
          <a:blip r:embed="rId5"/>
          <a:stretch>
            <a:fillRect/>
          </a:stretch>
        </p:blipFill>
        <p:spPr>
          <a:xfrm>
            <a:off x="207854" y="2351912"/>
            <a:ext cx="11776291" cy="3593476"/>
          </a:xfrm>
          <a:prstGeom prst="rect">
            <a:avLst/>
          </a:prstGeom>
        </p:spPr>
      </p:pic>
      <p:pic>
        <p:nvPicPr>
          <p:cNvPr id="2" name="CM Slide 25 Logging a Change Entry.m4a" descr="CM Slide 25 Logging a Change Entry.m4a">
            <a:hlinkClick r:id="" action="ppaction://media"/>
            <a:extLst>
              <a:ext uri="{FF2B5EF4-FFF2-40B4-BE49-F238E27FC236}">
                <a16:creationId xmlns:a16="http://schemas.microsoft.com/office/drawing/2014/main" id="{62D5AC00-26E2-C745-895B-81203725726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66745" y="644711"/>
            <a:ext cx="812800" cy="812800"/>
          </a:xfrm>
          <a:prstGeom prst="rect">
            <a:avLst/>
          </a:prstGeom>
        </p:spPr>
      </p:pic>
    </p:spTree>
    <p:extLst>
      <p:ext uri="{BB962C8B-B14F-4D97-AF65-F5344CB8AC3E}">
        <p14:creationId xmlns:p14="http://schemas.microsoft.com/office/powerpoint/2010/main" val="345324909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89"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9"/>
                                        </p:tgtEl>
                                        <p:attrNameLst>
                                          <p:attrName>style.visibility</p:attrName>
                                        </p:attrNameLst>
                                      </p:cBhvr>
                                      <p:to>
                                        <p:strVal val="visible"/>
                                      </p:to>
                                    </p:set>
                                    <p:animEffect transition="in" filter="strips(downLeft)">
                                      <p:cBhvr>
                                        <p:cTn id="9" dur="500"/>
                                        <p:tgtEl>
                                          <p:spTgt spid="9"/>
                                        </p:tgtEl>
                                      </p:cBhvr>
                                    </p:animEffect>
                                  </p:childTnLst>
                                </p:cTn>
                              </p:par>
                              <p:par>
                                <p:cTn id="10" presetID="1" presetClass="entr" presetSubtype="0" fill="hold" grpId="0" nodeType="withEffect">
                                  <p:stCondLst>
                                    <p:cond delay="100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 fill="hold" display="0">
                  <p:stCondLst>
                    <p:cond delay="indefinite"/>
                  </p:stCondLst>
                  <p:endCondLst>
                    <p:cond evt="onStopAudio" delay="0">
                      <p:tgtEl>
                        <p:sldTgt/>
                      </p:tgtEl>
                    </p:cond>
                  </p:endCondLst>
                </p:cTn>
                <p:tgtEl>
                  <p:spTgt spid="2"/>
                </p:tgtEl>
              </p:cMediaNode>
            </p:audio>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26</a:t>
            </a:fld>
            <a:endParaRPr lang="en-US"/>
          </a:p>
        </p:txBody>
      </p:sp>
      <p:sp>
        <p:nvSpPr>
          <p:cNvPr id="7" name="Rectangle 6">
            <a:extLst>
              <a:ext uri="{FF2B5EF4-FFF2-40B4-BE49-F238E27FC236}">
                <a16:creationId xmlns:a16="http://schemas.microsoft.com/office/drawing/2014/main" id="{DE64B6E6-BA42-0C40-BBE7-C1DA7352DB56}"/>
              </a:ext>
            </a:extLst>
          </p:cNvPr>
          <p:cNvSpPr/>
          <p:nvPr/>
        </p:nvSpPr>
        <p:spPr>
          <a:xfrm>
            <a:off x="312455" y="867637"/>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8" name="TextBox 7">
            <a:extLst>
              <a:ext uri="{FF2B5EF4-FFF2-40B4-BE49-F238E27FC236}">
                <a16:creationId xmlns:a16="http://schemas.microsoft.com/office/drawing/2014/main" id="{2316A8B5-C92B-BC43-AD83-1719932C7E61}"/>
              </a:ext>
            </a:extLst>
          </p:cNvPr>
          <p:cNvSpPr txBox="1"/>
          <p:nvPr/>
        </p:nvSpPr>
        <p:spPr>
          <a:xfrm>
            <a:off x="312455" y="1411766"/>
            <a:ext cx="5322226" cy="338554"/>
          </a:xfrm>
          <a:prstGeom prst="rect">
            <a:avLst/>
          </a:prstGeom>
          <a:noFill/>
        </p:spPr>
        <p:txBody>
          <a:bodyPr wrap="square" rtlCol="0">
            <a:spAutoFit/>
          </a:bodyPr>
          <a:lstStyle/>
          <a:p>
            <a:pPr>
              <a:buClr>
                <a:srgbClr val="C00000"/>
              </a:buClr>
            </a:pPr>
            <a:r>
              <a:rPr lang="en-US" sz="1600" dirty="0"/>
              <a:t>3.3 Fill out the necessary information under Implementation.</a:t>
            </a:r>
          </a:p>
        </p:txBody>
      </p:sp>
      <p:pic>
        <p:nvPicPr>
          <p:cNvPr id="2" name="Picture 1">
            <a:extLst>
              <a:ext uri="{FF2B5EF4-FFF2-40B4-BE49-F238E27FC236}">
                <a16:creationId xmlns:a16="http://schemas.microsoft.com/office/drawing/2014/main" id="{9DE17890-992E-0B44-8565-496D9668C0A6}"/>
              </a:ext>
            </a:extLst>
          </p:cNvPr>
          <p:cNvPicPr>
            <a:picLocks noChangeAspect="1"/>
          </p:cNvPicPr>
          <p:nvPr/>
        </p:nvPicPr>
        <p:blipFill>
          <a:blip r:embed="rId5"/>
          <a:stretch>
            <a:fillRect/>
          </a:stretch>
        </p:blipFill>
        <p:spPr>
          <a:xfrm>
            <a:off x="3073320" y="1996541"/>
            <a:ext cx="7223612" cy="4286210"/>
          </a:xfrm>
          <a:prstGeom prst="rect">
            <a:avLst/>
          </a:prstGeom>
        </p:spPr>
      </p:pic>
      <p:pic>
        <p:nvPicPr>
          <p:cNvPr id="3" name="CM Slide 26 Logging a Change Entry.m4a" descr="CM Slide 26 Logging a Change Entry.m4a">
            <a:hlinkClick r:id="" action="ppaction://media"/>
            <a:extLst>
              <a:ext uri="{FF2B5EF4-FFF2-40B4-BE49-F238E27FC236}">
                <a16:creationId xmlns:a16="http://schemas.microsoft.com/office/drawing/2014/main" id="{00379BF0-FCB9-854F-AA99-065326C2A34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47400" y="768243"/>
            <a:ext cx="812800" cy="812800"/>
          </a:xfrm>
          <a:prstGeom prst="rect">
            <a:avLst/>
          </a:prstGeom>
        </p:spPr>
      </p:pic>
    </p:spTree>
    <p:extLst>
      <p:ext uri="{BB962C8B-B14F-4D97-AF65-F5344CB8AC3E}">
        <p14:creationId xmlns:p14="http://schemas.microsoft.com/office/powerpoint/2010/main" val="20003666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417" fill="hold"/>
                                        <p:tgtEl>
                                          <p:spTgt spid="3"/>
                                        </p:tgtEl>
                                      </p:cBhvr>
                                    </p:cmd>
                                  </p:childTnLst>
                                </p:cTn>
                              </p:par>
                              <p:par>
                                <p:cTn id="7" presetID="18" presetClass="entr" presetSubtype="12" fill="hold" nodeType="withEffect">
                                  <p:stCondLst>
                                    <p:cond delay="1000"/>
                                  </p:stCondLst>
                                  <p:childTnLst>
                                    <p:set>
                                      <p:cBhvr>
                                        <p:cTn id="8" dur="1" fill="hold">
                                          <p:stCondLst>
                                            <p:cond delay="0"/>
                                          </p:stCondLst>
                                        </p:cTn>
                                        <p:tgtEl>
                                          <p:spTgt spid="2"/>
                                        </p:tgtEl>
                                        <p:attrNameLst>
                                          <p:attrName>style.visibility</p:attrName>
                                        </p:attrNameLst>
                                      </p:cBhvr>
                                      <p:to>
                                        <p:strVal val="visible"/>
                                      </p:to>
                                    </p:set>
                                    <p:animEffect transition="in" filter="strips(downLeft)">
                                      <p:cBhvr>
                                        <p:cTn id="9" dur="500"/>
                                        <p:tgtEl>
                                          <p:spTgt spid="2"/>
                                        </p:tgtEl>
                                      </p:cBhvr>
                                    </p:animEffect>
                                  </p:childTnLst>
                                </p:cTn>
                              </p:par>
                              <p:par>
                                <p:cTn id="10" presetID="1" presetClass="entr" presetSubtype="0" fill="hold" grpId="0" nodeType="withEffect">
                                  <p:stCondLst>
                                    <p:cond delay="100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27</a:t>
            </a:fld>
            <a:endParaRPr lang="en-US"/>
          </a:p>
        </p:txBody>
      </p:sp>
      <p:sp>
        <p:nvSpPr>
          <p:cNvPr id="7" name="Rectangle 6">
            <a:extLst>
              <a:ext uri="{FF2B5EF4-FFF2-40B4-BE49-F238E27FC236}">
                <a16:creationId xmlns:a16="http://schemas.microsoft.com/office/drawing/2014/main" id="{CECE4D74-BCC9-C04C-AB6F-2272B400AEB8}"/>
              </a:ext>
            </a:extLst>
          </p:cNvPr>
          <p:cNvSpPr/>
          <p:nvPr/>
        </p:nvSpPr>
        <p:spPr>
          <a:xfrm>
            <a:off x="229327" y="915892"/>
            <a:ext cx="1701696"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Logging a Change Entry</a:t>
            </a:r>
          </a:p>
        </p:txBody>
      </p:sp>
      <p:sp>
        <p:nvSpPr>
          <p:cNvPr id="10" name="TextBox 9">
            <a:extLst>
              <a:ext uri="{FF2B5EF4-FFF2-40B4-BE49-F238E27FC236}">
                <a16:creationId xmlns:a16="http://schemas.microsoft.com/office/drawing/2014/main" id="{18A464A3-416B-1947-A6E1-6AD54284EF05}"/>
              </a:ext>
            </a:extLst>
          </p:cNvPr>
          <p:cNvSpPr txBox="1"/>
          <p:nvPr/>
        </p:nvSpPr>
        <p:spPr>
          <a:xfrm>
            <a:off x="229327" y="5356497"/>
            <a:ext cx="3129015" cy="585611"/>
          </a:xfrm>
          <a:prstGeom prst="rect">
            <a:avLst/>
          </a:prstGeom>
        </p:spPr>
        <p:txBody>
          <a:bodyPr vert="horz" lIns="91440" tIns="45720" rIns="91440" bIns="45720" rtlCol="0">
            <a:normAutofit fontScale="92500"/>
          </a:bodyPr>
          <a:lstStyle/>
          <a:p>
            <a:pPr>
              <a:lnSpc>
                <a:spcPct val="90000"/>
              </a:lnSpc>
              <a:spcAft>
                <a:spcPts val="600"/>
              </a:spcAft>
            </a:pPr>
            <a:r>
              <a:rPr lang="en-US" sz="1400" dirty="0"/>
              <a:t>4. Click “Add New Item” at the bottom part of the page to save the change entry. </a:t>
            </a:r>
          </a:p>
        </p:txBody>
      </p:sp>
      <p:pic>
        <p:nvPicPr>
          <p:cNvPr id="8" name="Picture 7">
            <a:extLst>
              <a:ext uri="{FF2B5EF4-FFF2-40B4-BE49-F238E27FC236}">
                <a16:creationId xmlns:a16="http://schemas.microsoft.com/office/drawing/2014/main" id="{5B5B6F00-07B0-4E47-8F62-9F5ABA8A914E}"/>
              </a:ext>
            </a:extLst>
          </p:cNvPr>
          <p:cNvPicPr>
            <a:picLocks noChangeAspect="1"/>
          </p:cNvPicPr>
          <p:nvPr/>
        </p:nvPicPr>
        <p:blipFill>
          <a:blip r:embed="rId5"/>
          <a:stretch>
            <a:fillRect/>
          </a:stretch>
        </p:blipFill>
        <p:spPr>
          <a:xfrm>
            <a:off x="3358342" y="848130"/>
            <a:ext cx="7491152" cy="5873345"/>
          </a:xfrm>
          <a:prstGeom prst="rect">
            <a:avLst/>
          </a:prstGeom>
        </p:spPr>
      </p:pic>
      <p:sp>
        <p:nvSpPr>
          <p:cNvPr id="11" name="Rectangle 10">
            <a:extLst>
              <a:ext uri="{FF2B5EF4-FFF2-40B4-BE49-F238E27FC236}">
                <a16:creationId xmlns:a16="http://schemas.microsoft.com/office/drawing/2014/main" id="{18F52C9E-94D1-5341-BEC2-46F75260B8B8}"/>
              </a:ext>
            </a:extLst>
          </p:cNvPr>
          <p:cNvSpPr/>
          <p:nvPr/>
        </p:nvSpPr>
        <p:spPr>
          <a:xfrm>
            <a:off x="6613467" y="6201295"/>
            <a:ext cx="980902" cy="508981"/>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27 Logging a Change Entry.m4a" descr="CM Slide 27 Logging a Change Entry.m4a">
            <a:hlinkClick r:id="" action="ppaction://media"/>
            <a:extLst>
              <a:ext uri="{FF2B5EF4-FFF2-40B4-BE49-F238E27FC236}">
                <a16:creationId xmlns:a16="http://schemas.microsoft.com/office/drawing/2014/main" id="{20D1B891-E63C-7D47-B216-1E71FAD767F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49873" y="5726112"/>
            <a:ext cx="812800" cy="812800"/>
          </a:xfrm>
          <a:prstGeom prst="rect">
            <a:avLst/>
          </a:prstGeom>
        </p:spPr>
      </p:pic>
    </p:spTree>
    <p:extLst>
      <p:ext uri="{BB962C8B-B14F-4D97-AF65-F5344CB8AC3E}">
        <p14:creationId xmlns:p14="http://schemas.microsoft.com/office/powerpoint/2010/main" val="99559912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00" fill="hold"/>
                                        <p:tgtEl>
                                          <p:spTgt spid="2"/>
                                        </p:tgtEl>
                                      </p:cBhvr>
                                    </p:cmd>
                                  </p:childTnLst>
                                </p:cTn>
                              </p:par>
                              <p:par>
                                <p:cTn id="7" presetID="18" presetClass="entr" presetSubtype="12"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strips(downLeft)">
                                      <p:cBhvr>
                                        <p:cTn id="9" dur="500"/>
                                        <p:tgtEl>
                                          <p:spTgt spid="8"/>
                                        </p:tgtEl>
                                      </p:cBhvr>
                                    </p:animEffect>
                                  </p:childTnLst>
                                </p:cTn>
                              </p:par>
                              <p:par>
                                <p:cTn id="10" presetID="1" presetClass="entr" presetSubtype="0" fill="hold" grpId="0" nodeType="withEffect">
                                  <p:stCondLst>
                                    <p:cond delay="450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450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4" fill="hold" display="0">
                  <p:stCondLst>
                    <p:cond delay="indefinite"/>
                  </p:stCondLst>
                  <p:endCondLst>
                    <p:cond evt="onStopAudio" delay="0">
                      <p:tgtEl>
                        <p:sldTgt/>
                      </p:tgtEl>
                    </p:cond>
                  </p:endCondLst>
                </p:cTn>
                <p:tgtEl>
                  <p:spTgt spid="2"/>
                </p:tgtEl>
              </p:cMediaNode>
            </p:audio>
          </p:childTnLst>
        </p:cTn>
      </p:par>
    </p:tnLst>
    <p:bldLst>
      <p:bldP spid="10" grpId="0"/>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28</a:t>
            </a:fld>
            <a:endParaRPr lang="en-US"/>
          </a:p>
        </p:txBody>
      </p:sp>
      <p:sp>
        <p:nvSpPr>
          <p:cNvPr id="7" name="Rectangle 6">
            <a:extLst>
              <a:ext uri="{FF2B5EF4-FFF2-40B4-BE49-F238E27FC236}">
                <a16:creationId xmlns:a16="http://schemas.microsoft.com/office/drawing/2014/main" id="{01C81ECF-AA98-3747-845F-F85421E42CF9}"/>
              </a:ext>
            </a:extLst>
          </p:cNvPr>
          <p:cNvSpPr/>
          <p:nvPr/>
        </p:nvSpPr>
        <p:spPr>
          <a:xfrm>
            <a:off x="182348" y="894164"/>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Submitting entry for approval</a:t>
            </a:r>
          </a:p>
        </p:txBody>
      </p:sp>
      <p:sp>
        <p:nvSpPr>
          <p:cNvPr id="8" name="TextBox 7">
            <a:extLst>
              <a:ext uri="{FF2B5EF4-FFF2-40B4-BE49-F238E27FC236}">
                <a16:creationId xmlns:a16="http://schemas.microsoft.com/office/drawing/2014/main" id="{349AF8CB-0EA8-E54B-9C8D-7AEA95B5ED6E}"/>
              </a:ext>
            </a:extLst>
          </p:cNvPr>
          <p:cNvSpPr txBox="1"/>
          <p:nvPr/>
        </p:nvSpPr>
        <p:spPr>
          <a:xfrm>
            <a:off x="182348" y="4532479"/>
            <a:ext cx="2060042" cy="1418888"/>
          </a:xfrm>
          <a:prstGeom prst="rect">
            <a:avLst/>
          </a:prstGeom>
        </p:spPr>
        <p:txBody>
          <a:bodyPr vert="horz" lIns="91440" tIns="45720" rIns="91440" bIns="45720" rtlCol="0">
            <a:normAutofit/>
          </a:bodyPr>
          <a:lstStyle/>
          <a:p>
            <a:pPr>
              <a:lnSpc>
                <a:spcPct val="90000"/>
              </a:lnSpc>
              <a:spcAft>
                <a:spcPts val="600"/>
              </a:spcAft>
            </a:pPr>
            <a:r>
              <a:rPr lang="en-US" sz="1400" dirty="0"/>
              <a:t>5. Go back to your account homepage and then click the title of the change entry you just created to open the form again. </a:t>
            </a:r>
          </a:p>
        </p:txBody>
      </p:sp>
      <p:pic>
        <p:nvPicPr>
          <p:cNvPr id="4" name="Picture 3">
            <a:extLst>
              <a:ext uri="{FF2B5EF4-FFF2-40B4-BE49-F238E27FC236}">
                <a16:creationId xmlns:a16="http://schemas.microsoft.com/office/drawing/2014/main" id="{514123B4-D17A-034E-9A75-BA7F13563614}"/>
              </a:ext>
            </a:extLst>
          </p:cNvPr>
          <p:cNvPicPr>
            <a:picLocks noChangeAspect="1"/>
          </p:cNvPicPr>
          <p:nvPr/>
        </p:nvPicPr>
        <p:blipFill>
          <a:blip r:embed="rId5"/>
          <a:stretch>
            <a:fillRect/>
          </a:stretch>
        </p:blipFill>
        <p:spPr>
          <a:xfrm>
            <a:off x="2576946" y="1432315"/>
            <a:ext cx="9226684" cy="3809608"/>
          </a:xfrm>
          <a:prstGeom prst="rect">
            <a:avLst/>
          </a:prstGeom>
        </p:spPr>
      </p:pic>
      <p:sp>
        <p:nvSpPr>
          <p:cNvPr id="10" name="Rectangle 9">
            <a:extLst>
              <a:ext uri="{FF2B5EF4-FFF2-40B4-BE49-F238E27FC236}">
                <a16:creationId xmlns:a16="http://schemas.microsoft.com/office/drawing/2014/main" id="{B5689C77-9BB8-B747-975D-8221733ECDC4}"/>
              </a:ext>
            </a:extLst>
          </p:cNvPr>
          <p:cNvSpPr/>
          <p:nvPr/>
        </p:nvSpPr>
        <p:spPr>
          <a:xfrm>
            <a:off x="6666807" y="3591098"/>
            <a:ext cx="1943793" cy="698269"/>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28 Logging a Change Entry.m4a" descr="CM Slide 28 Logging a Change Entry.m4a">
            <a:hlinkClick r:id="" action="ppaction://media"/>
            <a:extLst>
              <a:ext uri="{FF2B5EF4-FFF2-40B4-BE49-F238E27FC236}">
                <a16:creationId xmlns:a16="http://schemas.microsoft.com/office/drawing/2014/main" id="{02DE5C89-1E10-FE47-9220-15F38DED520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47400" y="5544967"/>
            <a:ext cx="812800" cy="812800"/>
          </a:xfrm>
          <a:prstGeom prst="rect">
            <a:avLst/>
          </a:prstGeom>
        </p:spPr>
      </p:pic>
    </p:spTree>
    <p:extLst>
      <p:ext uri="{BB962C8B-B14F-4D97-AF65-F5344CB8AC3E}">
        <p14:creationId xmlns:p14="http://schemas.microsoft.com/office/powerpoint/2010/main" val="90868276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50"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strips(downLeft)">
                                      <p:cBhvr>
                                        <p:cTn id="9" dur="500"/>
                                        <p:tgtEl>
                                          <p:spTgt spid="4"/>
                                        </p:tgtEl>
                                      </p:cBhvr>
                                    </p:animEffect>
                                  </p:childTnLst>
                                </p:cTn>
                              </p:par>
                              <p:par>
                                <p:cTn id="10" presetID="3" presetClass="entr" presetSubtype="10" fill="hold" grpId="0" nodeType="withEffect">
                                  <p:stCondLst>
                                    <p:cond delay="500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par>
                                <p:cTn id="13" presetID="1" presetClass="entr" presetSubtype="0" fill="hold" grpId="1" nodeType="withEffect">
                                  <p:stCondLst>
                                    <p:cond delay="500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5" fill="hold" display="0">
                  <p:stCondLst>
                    <p:cond delay="indefinite"/>
                  </p:stCondLst>
                  <p:endCondLst>
                    <p:cond evt="onStopAudio" delay="0">
                      <p:tgtEl>
                        <p:sldTgt/>
                      </p:tgtEl>
                    </p:cond>
                  </p:endCondLst>
                </p:cTn>
                <p:tgtEl>
                  <p:spTgt spid="2"/>
                </p:tgtEl>
              </p:cMediaNode>
            </p:audio>
          </p:childTnLst>
        </p:cTn>
      </p:par>
    </p:tnLst>
    <p:bldLst>
      <p:bldP spid="8" grpId="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29</a:t>
            </a:fld>
            <a:endParaRPr lang="en-US"/>
          </a:p>
        </p:txBody>
      </p:sp>
      <p:sp>
        <p:nvSpPr>
          <p:cNvPr id="7" name="Rectangle 6">
            <a:extLst>
              <a:ext uri="{FF2B5EF4-FFF2-40B4-BE49-F238E27FC236}">
                <a16:creationId xmlns:a16="http://schemas.microsoft.com/office/drawing/2014/main" id="{CC170176-B502-BD43-BE9F-A329B171166C}"/>
              </a:ext>
            </a:extLst>
          </p:cNvPr>
          <p:cNvSpPr/>
          <p:nvPr/>
        </p:nvSpPr>
        <p:spPr>
          <a:xfrm>
            <a:off x="262579" y="807782"/>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Submitting entry for approval</a:t>
            </a:r>
          </a:p>
        </p:txBody>
      </p:sp>
      <p:sp>
        <p:nvSpPr>
          <p:cNvPr id="9" name="TextBox 8">
            <a:extLst>
              <a:ext uri="{FF2B5EF4-FFF2-40B4-BE49-F238E27FC236}">
                <a16:creationId xmlns:a16="http://schemas.microsoft.com/office/drawing/2014/main" id="{CD638C94-7533-E84E-AE8D-F0DE21E5BAA4}"/>
              </a:ext>
            </a:extLst>
          </p:cNvPr>
          <p:cNvSpPr txBox="1"/>
          <p:nvPr/>
        </p:nvSpPr>
        <p:spPr>
          <a:xfrm>
            <a:off x="134688" y="5487549"/>
            <a:ext cx="2724890" cy="562669"/>
          </a:xfrm>
          <a:prstGeom prst="rect">
            <a:avLst/>
          </a:prstGeom>
        </p:spPr>
        <p:txBody>
          <a:bodyPr vert="horz" lIns="91440" tIns="45720" rIns="91440" bIns="45720" rtlCol="0">
            <a:normAutofit/>
          </a:bodyPr>
          <a:lstStyle/>
          <a:p>
            <a:pPr>
              <a:lnSpc>
                <a:spcPct val="90000"/>
              </a:lnSpc>
              <a:spcAft>
                <a:spcPts val="600"/>
              </a:spcAft>
            </a:pPr>
            <a:r>
              <a:rPr lang="en-US" sz="1400" dirty="0"/>
              <a:t>6. At the bottom part of the form, click “Commit/Notify” button. </a:t>
            </a:r>
          </a:p>
        </p:txBody>
      </p:sp>
      <p:pic>
        <p:nvPicPr>
          <p:cNvPr id="8" name="Picture 7">
            <a:extLst>
              <a:ext uri="{FF2B5EF4-FFF2-40B4-BE49-F238E27FC236}">
                <a16:creationId xmlns:a16="http://schemas.microsoft.com/office/drawing/2014/main" id="{94C0F3F4-0088-054E-B209-BF6AE8FC16F0}"/>
              </a:ext>
            </a:extLst>
          </p:cNvPr>
          <p:cNvPicPr>
            <a:picLocks noChangeAspect="1"/>
          </p:cNvPicPr>
          <p:nvPr/>
        </p:nvPicPr>
        <p:blipFill>
          <a:blip r:embed="rId5"/>
          <a:stretch>
            <a:fillRect/>
          </a:stretch>
        </p:blipFill>
        <p:spPr>
          <a:xfrm>
            <a:off x="3417055" y="807782"/>
            <a:ext cx="7489244" cy="5892597"/>
          </a:xfrm>
          <a:prstGeom prst="rect">
            <a:avLst/>
          </a:prstGeom>
        </p:spPr>
      </p:pic>
      <p:sp>
        <p:nvSpPr>
          <p:cNvPr id="10" name="Rectangle 9">
            <a:extLst>
              <a:ext uri="{FF2B5EF4-FFF2-40B4-BE49-F238E27FC236}">
                <a16:creationId xmlns:a16="http://schemas.microsoft.com/office/drawing/2014/main" id="{0D7F0E1B-32E8-FE44-9485-2FC295E66F6E}"/>
              </a:ext>
            </a:extLst>
          </p:cNvPr>
          <p:cNvSpPr/>
          <p:nvPr/>
        </p:nvSpPr>
        <p:spPr>
          <a:xfrm>
            <a:off x="9044247" y="6234545"/>
            <a:ext cx="798022" cy="465834"/>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29 Submitting an Entry.m4a" descr="CM Slide 29 Submitting an Entry.m4a">
            <a:hlinkClick r:id="" action="ppaction://media"/>
            <a:extLst>
              <a:ext uri="{FF2B5EF4-FFF2-40B4-BE49-F238E27FC236}">
                <a16:creationId xmlns:a16="http://schemas.microsoft.com/office/drawing/2014/main" id="{61ECD6C9-F581-6E44-8E9C-EF4B51F719E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87933" y="5543550"/>
            <a:ext cx="812800" cy="812800"/>
          </a:xfrm>
          <a:prstGeom prst="rect">
            <a:avLst/>
          </a:prstGeom>
        </p:spPr>
      </p:pic>
      <p:cxnSp>
        <p:nvCxnSpPr>
          <p:cNvPr id="4" name="Elbow Connector 3">
            <a:extLst>
              <a:ext uri="{FF2B5EF4-FFF2-40B4-BE49-F238E27FC236}">
                <a16:creationId xmlns:a16="http://schemas.microsoft.com/office/drawing/2014/main" id="{05A49566-10DD-9245-8C57-360679150D36}"/>
              </a:ext>
            </a:extLst>
          </p:cNvPr>
          <p:cNvCxnSpPr>
            <a:cxnSpLocks/>
            <a:stCxn id="9" idx="3"/>
          </p:cNvCxnSpPr>
          <p:nvPr/>
        </p:nvCxnSpPr>
        <p:spPr>
          <a:xfrm>
            <a:off x="2859578" y="5768884"/>
            <a:ext cx="6059570" cy="770028"/>
          </a:xfrm>
          <a:prstGeom prst="bentConnector3">
            <a:avLst>
              <a:gd name="adj1" fmla="val 5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50883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010" fill="hold"/>
                                        <p:tgtEl>
                                          <p:spTgt spid="2"/>
                                        </p:tgtEl>
                                      </p:cBhvr>
                                    </p:cmd>
                                  </p:childTnLst>
                                </p:cTn>
                              </p:par>
                              <p:par>
                                <p:cTn id="7" presetID="18" presetClass="entr" presetSubtype="12"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strips(downLeft)">
                                      <p:cBhvr>
                                        <p:cTn id="9" dur="500"/>
                                        <p:tgtEl>
                                          <p:spTgt spid="8"/>
                                        </p:tgtEl>
                                      </p:cBhvr>
                                    </p:animEffect>
                                  </p:childTnLst>
                                </p:cTn>
                              </p:par>
                              <p:par>
                                <p:cTn id="10" presetID="1" presetClass="entr" presetSubtype="0" fill="hold" grpId="0" nodeType="withEffect">
                                  <p:stCondLst>
                                    <p:cond delay="350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350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grpId="0" nodeType="withEffect">
                                  <p:stCondLst>
                                    <p:cond delay="350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6" fill="hold" display="0">
                  <p:stCondLst>
                    <p:cond delay="indefinite"/>
                  </p:stCondLst>
                  <p:endCondLst>
                    <p:cond evt="onStopAudio" delay="0">
                      <p:tgtEl>
                        <p:sldTgt/>
                      </p:tgtEl>
                    </p:cond>
                  </p:endCondLst>
                </p:cTn>
                <p:tgtEl>
                  <p:spTgt spid="2"/>
                </p:tgtEl>
              </p:cMediaNode>
            </p:audio>
          </p:childTnLst>
        </p:cTn>
      </p:par>
    </p:tnLst>
    <p:bldLst>
      <p:bldP spid="9" grpId="0"/>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BC5CDD-F443-DA4B-8CEC-9585D9C529CB}"/>
              </a:ext>
            </a:extLst>
          </p:cNvPr>
          <p:cNvPicPr>
            <a:picLocks noChangeAspect="1"/>
          </p:cNvPicPr>
          <p:nvPr/>
        </p:nvPicPr>
        <p:blipFill>
          <a:blip r:embed="rId5"/>
          <a:stretch>
            <a:fillRect/>
          </a:stretch>
        </p:blipFill>
        <p:spPr>
          <a:xfrm>
            <a:off x="4339166" y="597488"/>
            <a:ext cx="6469769" cy="6123987"/>
          </a:xfrm>
          <a:prstGeom prst="rect">
            <a:avLst/>
          </a:prstGeom>
        </p:spPr>
      </p:pic>
      <p:sp>
        <p:nvSpPr>
          <p:cNvPr id="5" name="Slide Number Placeholder 4"/>
          <p:cNvSpPr>
            <a:spLocks noGrp="1"/>
          </p:cNvSpPr>
          <p:nvPr>
            <p:ph type="sldNum" sz="quarter" idx="12"/>
          </p:nvPr>
        </p:nvSpPr>
        <p:spPr/>
        <p:txBody>
          <a:bodyPr/>
          <a:lstStyle/>
          <a:p>
            <a:fld id="{42B598A9-98DB-4919-8118-E0FFA01B43BD}" type="slidenum">
              <a:rPr lang="en-US" smtClean="0"/>
              <a:t>30</a:t>
            </a:fld>
            <a:endParaRPr lang="en-US"/>
          </a:p>
        </p:txBody>
      </p:sp>
      <p:sp>
        <p:nvSpPr>
          <p:cNvPr id="7" name="Rectangle 6">
            <a:extLst>
              <a:ext uri="{FF2B5EF4-FFF2-40B4-BE49-F238E27FC236}">
                <a16:creationId xmlns:a16="http://schemas.microsoft.com/office/drawing/2014/main" id="{A36476D6-02C2-7B48-862C-D7714B2FA672}"/>
              </a:ext>
            </a:extLst>
          </p:cNvPr>
          <p:cNvSpPr/>
          <p:nvPr/>
        </p:nvSpPr>
        <p:spPr>
          <a:xfrm>
            <a:off x="181353" y="714013"/>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Submitting entry for approval</a:t>
            </a:r>
          </a:p>
        </p:txBody>
      </p:sp>
      <p:cxnSp>
        <p:nvCxnSpPr>
          <p:cNvPr id="9" name="Straight Arrow Connector 8">
            <a:extLst>
              <a:ext uri="{FF2B5EF4-FFF2-40B4-BE49-F238E27FC236}">
                <a16:creationId xmlns:a16="http://schemas.microsoft.com/office/drawing/2014/main" id="{4A00751C-025B-1C45-AF37-10AC4A0F24AB}"/>
              </a:ext>
            </a:extLst>
          </p:cNvPr>
          <p:cNvCxnSpPr>
            <a:cxnSpLocks/>
          </p:cNvCxnSpPr>
          <p:nvPr/>
        </p:nvCxnSpPr>
        <p:spPr>
          <a:xfrm>
            <a:off x="2711512" y="1516071"/>
            <a:ext cx="4221303" cy="0"/>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307DCF82-621B-7849-97CE-F81F4B12CE29}"/>
              </a:ext>
            </a:extLst>
          </p:cNvPr>
          <p:cNvSpPr txBox="1"/>
          <p:nvPr/>
        </p:nvSpPr>
        <p:spPr>
          <a:xfrm>
            <a:off x="312455" y="1177258"/>
            <a:ext cx="2503169" cy="460293"/>
          </a:xfrm>
          <a:prstGeom prst="rect">
            <a:avLst/>
          </a:prstGeom>
        </p:spPr>
        <p:txBody>
          <a:bodyPr vert="horz" lIns="91440" tIns="45720" rIns="91440" bIns="45720" rtlCol="0">
            <a:noAutofit/>
          </a:bodyPr>
          <a:lstStyle/>
          <a:p>
            <a:pPr>
              <a:lnSpc>
                <a:spcPct val="90000"/>
              </a:lnSpc>
              <a:spcAft>
                <a:spcPts val="600"/>
              </a:spcAft>
            </a:pPr>
            <a:r>
              <a:rPr lang="en-US" sz="1400" dirty="0"/>
              <a:t>7. Tick “Please Approve” in the memorandum section.</a:t>
            </a:r>
          </a:p>
        </p:txBody>
      </p:sp>
      <p:sp>
        <p:nvSpPr>
          <p:cNvPr id="11" name="TextBox 10">
            <a:extLst>
              <a:ext uri="{FF2B5EF4-FFF2-40B4-BE49-F238E27FC236}">
                <a16:creationId xmlns:a16="http://schemas.microsoft.com/office/drawing/2014/main" id="{0A340EC3-4564-5C4D-9590-6D558F530398}"/>
              </a:ext>
            </a:extLst>
          </p:cNvPr>
          <p:cNvSpPr txBox="1"/>
          <p:nvPr/>
        </p:nvSpPr>
        <p:spPr>
          <a:xfrm>
            <a:off x="312454" y="2690111"/>
            <a:ext cx="2503170" cy="716138"/>
          </a:xfrm>
          <a:prstGeom prst="rect">
            <a:avLst/>
          </a:prstGeom>
        </p:spPr>
        <p:txBody>
          <a:bodyPr vert="horz" lIns="91440" tIns="45720" rIns="91440" bIns="45720" rtlCol="0">
            <a:normAutofit/>
          </a:bodyPr>
          <a:lstStyle/>
          <a:p>
            <a:pPr>
              <a:lnSpc>
                <a:spcPct val="90000"/>
              </a:lnSpc>
              <a:spcAft>
                <a:spcPts val="600"/>
              </a:spcAft>
            </a:pPr>
            <a:r>
              <a:rPr lang="en-US" sz="1400" dirty="0"/>
              <a:t>8. Tick all the names of the required approvers in ”Email </a:t>
            </a:r>
            <a:r>
              <a:rPr lang="en-US" sz="1400" dirty="0" err="1"/>
              <a:t>Speedlink</a:t>
            </a:r>
            <a:r>
              <a:rPr lang="en-US" sz="1400" dirty="0"/>
              <a:t> Message To” section.</a:t>
            </a:r>
          </a:p>
        </p:txBody>
      </p:sp>
      <p:sp>
        <p:nvSpPr>
          <p:cNvPr id="12" name="TextBox 11">
            <a:extLst>
              <a:ext uri="{FF2B5EF4-FFF2-40B4-BE49-F238E27FC236}">
                <a16:creationId xmlns:a16="http://schemas.microsoft.com/office/drawing/2014/main" id="{1463F4F9-4376-2D44-89CC-001C60FECB07}"/>
              </a:ext>
            </a:extLst>
          </p:cNvPr>
          <p:cNvSpPr txBox="1"/>
          <p:nvPr/>
        </p:nvSpPr>
        <p:spPr>
          <a:xfrm>
            <a:off x="255991" y="5228823"/>
            <a:ext cx="2616096" cy="593274"/>
          </a:xfrm>
          <a:prstGeom prst="rect">
            <a:avLst/>
          </a:prstGeom>
        </p:spPr>
        <p:txBody>
          <a:bodyPr vert="horz" lIns="91440" tIns="45720" rIns="91440" bIns="45720" rtlCol="0">
            <a:normAutofit/>
          </a:bodyPr>
          <a:lstStyle/>
          <a:p>
            <a:pPr>
              <a:lnSpc>
                <a:spcPct val="90000"/>
              </a:lnSpc>
              <a:spcAft>
                <a:spcPts val="600"/>
              </a:spcAft>
            </a:pPr>
            <a:r>
              <a:rPr lang="en-US" sz="1400" dirty="0"/>
              <a:t>9. Click “Send </a:t>
            </a:r>
            <a:r>
              <a:rPr lang="en-US" sz="1400" dirty="0" err="1"/>
              <a:t>speedlink</a:t>
            </a:r>
            <a:r>
              <a:rPr lang="en-US" sz="1400" dirty="0"/>
              <a:t>” button to submit for approval. </a:t>
            </a:r>
          </a:p>
        </p:txBody>
      </p:sp>
      <p:sp>
        <p:nvSpPr>
          <p:cNvPr id="13" name="Left Bracket 12">
            <a:extLst>
              <a:ext uri="{FF2B5EF4-FFF2-40B4-BE49-F238E27FC236}">
                <a16:creationId xmlns:a16="http://schemas.microsoft.com/office/drawing/2014/main" id="{242065A0-A37B-2F44-BCD1-0AD65C9C9109}"/>
              </a:ext>
            </a:extLst>
          </p:cNvPr>
          <p:cNvSpPr/>
          <p:nvPr/>
        </p:nvSpPr>
        <p:spPr>
          <a:xfrm>
            <a:off x="4783370" y="2434655"/>
            <a:ext cx="608435" cy="3400880"/>
          </a:xfrm>
          <a:prstGeom prst="leftBracket">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4148FDF-42E8-0F4A-97CD-ABE3FA1D5F19}"/>
              </a:ext>
            </a:extLst>
          </p:cNvPr>
          <p:cNvCxnSpPr>
            <a:cxnSpLocks/>
          </p:cNvCxnSpPr>
          <p:nvPr/>
        </p:nvCxnSpPr>
        <p:spPr>
          <a:xfrm>
            <a:off x="2711512" y="3048180"/>
            <a:ext cx="1951492" cy="0"/>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5" name="Elbow Connector 14">
            <a:extLst>
              <a:ext uri="{FF2B5EF4-FFF2-40B4-BE49-F238E27FC236}">
                <a16:creationId xmlns:a16="http://schemas.microsoft.com/office/drawing/2014/main" id="{C1461686-2747-4B41-B284-E31A6A6D3154}"/>
              </a:ext>
            </a:extLst>
          </p:cNvPr>
          <p:cNvCxnSpPr>
            <a:cxnSpLocks/>
          </p:cNvCxnSpPr>
          <p:nvPr/>
        </p:nvCxnSpPr>
        <p:spPr>
          <a:xfrm>
            <a:off x="2872087" y="5418317"/>
            <a:ext cx="4592604" cy="1182520"/>
          </a:xfrm>
          <a:prstGeom prst="bentConnector3">
            <a:avLst>
              <a:gd name="adj1" fmla="val 36968"/>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CM Slide 30 Submitting Entry for Approval.m4a" descr="CM Slide 30 Submitting Entry for Approval.m4a">
            <a:hlinkClick r:id="" action="ppaction://media"/>
            <a:extLst>
              <a:ext uri="{FF2B5EF4-FFF2-40B4-BE49-F238E27FC236}">
                <a16:creationId xmlns:a16="http://schemas.microsoft.com/office/drawing/2014/main" id="{049FD357-7F10-F842-AFB1-4A09072721B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42044" y="5603177"/>
            <a:ext cx="812800" cy="812800"/>
          </a:xfrm>
          <a:prstGeom prst="rect">
            <a:avLst/>
          </a:prstGeom>
        </p:spPr>
      </p:pic>
      <p:sp>
        <p:nvSpPr>
          <p:cNvPr id="3" name="Rectangle 2">
            <a:extLst>
              <a:ext uri="{FF2B5EF4-FFF2-40B4-BE49-F238E27FC236}">
                <a16:creationId xmlns:a16="http://schemas.microsoft.com/office/drawing/2014/main" id="{198A7EAC-7032-C844-98CB-95AE59854C64}"/>
              </a:ext>
            </a:extLst>
          </p:cNvPr>
          <p:cNvSpPr/>
          <p:nvPr/>
        </p:nvSpPr>
        <p:spPr>
          <a:xfrm>
            <a:off x="5621311" y="2434655"/>
            <a:ext cx="2773181" cy="26020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D0B1E15-74D7-4641-A061-87975B12DF27}"/>
              </a:ext>
            </a:extLst>
          </p:cNvPr>
          <p:cNvSpPr/>
          <p:nvPr/>
        </p:nvSpPr>
        <p:spPr>
          <a:xfrm>
            <a:off x="5621311" y="5196209"/>
            <a:ext cx="2773181" cy="68248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731584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585"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strips(downLeft)">
                                      <p:cBhvr>
                                        <p:cTn id="9" dur="500"/>
                                        <p:tgtEl>
                                          <p:spTgt spid="4"/>
                                        </p:tgtEl>
                                      </p:cBhvr>
                                    </p:animEffect>
                                  </p:childTnLst>
                                </p:cTn>
                              </p:par>
                              <p:par>
                                <p:cTn id="10" presetID="1" presetClass="entr" presetSubtype="0" fill="hold" grpId="0" nodeType="withEffect">
                                  <p:stCondLst>
                                    <p:cond delay="100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grpId="0" nodeType="withEffect">
                                  <p:stCondLst>
                                    <p:cond delay="100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600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nodeType="withEffect">
                                  <p:stCondLst>
                                    <p:cond delay="600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1700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nodeType="withEffect">
                                  <p:stCondLst>
                                    <p:cond delay="1700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1700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nodeType="withEffect">
                                  <p:stCondLst>
                                    <p:cond delay="2200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2200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8" fill="hold" display="0">
                  <p:stCondLst>
                    <p:cond delay="indefinite"/>
                  </p:stCondLst>
                  <p:endCondLst>
                    <p:cond evt="onStopAudio" delay="0">
                      <p:tgtEl>
                        <p:sldTgt/>
                      </p:tgtEl>
                    </p:cond>
                  </p:endCondLst>
                </p:cTn>
                <p:tgtEl>
                  <p:spTgt spid="2"/>
                </p:tgtEl>
              </p:cMediaNode>
            </p:audio>
          </p:childTnLst>
        </p:cTn>
      </p:par>
    </p:tnLst>
    <p:bldLst>
      <p:bldP spid="10" grpId="0"/>
      <p:bldP spid="11" grpId="0"/>
      <p:bldP spid="12" grpId="0"/>
      <p:bldP spid="13" grpId="0" animBg="1"/>
      <p:bldP spid="3"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11C78A-7BB5-9C44-BCE9-53E5CF34CE6D}"/>
              </a:ext>
            </a:extLst>
          </p:cNvPr>
          <p:cNvPicPr>
            <a:picLocks noChangeAspect="1"/>
          </p:cNvPicPr>
          <p:nvPr/>
        </p:nvPicPr>
        <p:blipFill>
          <a:blip r:embed="rId5"/>
          <a:stretch>
            <a:fillRect/>
          </a:stretch>
        </p:blipFill>
        <p:spPr>
          <a:xfrm>
            <a:off x="720168" y="1716041"/>
            <a:ext cx="10112327" cy="3882484"/>
          </a:xfrm>
          <a:prstGeom prst="rect">
            <a:avLst/>
          </a:prstGeom>
        </p:spPr>
      </p:pic>
      <p:sp>
        <p:nvSpPr>
          <p:cNvPr id="5" name="Slide Number Placeholder 4"/>
          <p:cNvSpPr>
            <a:spLocks noGrp="1"/>
          </p:cNvSpPr>
          <p:nvPr>
            <p:ph type="sldNum" sz="quarter" idx="12"/>
          </p:nvPr>
        </p:nvSpPr>
        <p:spPr/>
        <p:txBody>
          <a:bodyPr/>
          <a:lstStyle/>
          <a:p>
            <a:fld id="{42B598A9-98DB-4919-8118-E0FFA01B43BD}" type="slidenum">
              <a:rPr lang="en-US" smtClean="0"/>
              <a:t>31</a:t>
            </a:fld>
            <a:endParaRPr lang="en-US"/>
          </a:p>
        </p:txBody>
      </p:sp>
      <p:sp>
        <p:nvSpPr>
          <p:cNvPr id="7" name="Rectangle 6">
            <a:extLst>
              <a:ext uri="{FF2B5EF4-FFF2-40B4-BE49-F238E27FC236}">
                <a16:creationId xmlns:a16="http://schemas.microsoft.com/office/drawing/2014/main" id="{37A2AC98-23AE-1946-92CB-9CAB4656B348}"/>
              </a:ext>
            </a:extLst>
          </p:cNvPr>
          <p:cNvSpPr/>
          <p:nvPr/>
        </p:nvSpPr>
        <p:spPr>
          <a:xfrm>
            <a:off x="319084" y="721276"/>
            <a:ext cx="2060042" cy="276999"/>
          </a:xfrm>
          <a:prstGeom prst="rect">
            <a:avLst/>
          </a:prstGeom>
          <a:solidFill>
            <a:schemeClr val="accent1"/>
          </a:solidFill>
        </p:spPr>
        <p:txBody>
          <a:bodyPr wrap="square">
            <a:spAutoFit/>
          </a:bodyPr>
          <a:lstStyle/>
          <a:p>
            <a:pPr algn="ct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Approval</a:t>
            </a:r>
          </a:p>
        </p:txBody>
      </p:sp>
      <p:sp>
        <p:nvSpPr>
          <p:cNvPr id="9" name="TextBox 8">
            <a:extLst>
              <a:ext uri="{FF2B5EF4-FFF2-40B4-BE49-F238E27FC236}">
                <a16:creationId xmlns:a16="http://schemas.microsoft.com/office/drawing/2014/main" id="{3AD8DDC6-9249-8F48-AA52-9703B1D88D15}"/>
              </a:ext>
            </a:extLst>
          </p:cNvPr>
          <p:cNvSpPr txBox="1"/>
          <p:nvPr/>
        </p:nvSpPr>
        <p:spPr>
          <a:xfrm>
            <a:off x="3649362" y="6133252"/>
            <a:ext cx="4893276" cy="366077"/>
          </a:xfrm>
          <a:prstGeom prst="rect">
            <a:avLst/>
          </a:prstGeom>
        </p:spPr>
        <p:txBody>
          <a:bodyPr vert="horz" lIns="91440" tIns="45720" rIns="91440" bIns="45720" rtlCol="0">
            <a:normAutofit/>
          </a:bodyPr>
          <a:lstStyle/>
          <a:p>
            <a:pPr algn="ctr">
              <a:lnSpc>
                <a:spcPct val="90000"/>
              </a:lnSpc>
              <a:spcAft>
                <a:spcPts val="600"/>
              </a:spcAft>
            </a:pPr>
            <a:r>
              <a:rPr lang="en-US" sz="1400" dirty="0"/>
              <a:t>10.  Approver/s should click the </a:t>
            </a:r>
            <a:r>
              <a:rPr lang="en-US" sz="1400" dirty="0" err="1"/>
              <a:t>speedlink</a:t>
            </a:r>
            <a:r>
              <a:rPr lang="en-US" sz="1400" dirty="0"/>
              <a:t> provided in the email.  </a:t>
            </a:r>
          </a:p>
        </p:txBody>
      </p:sp>
      <p:cxnSp>
        <p:nvCxnSpPr>
          <p:cNvPr id="10" name="Straight Arrow Connector 9">
            <a:extLst>
              <a:ext uri="{FF2B5EF4-FFF2-40B4-BE49-F238E27FC236}">
                <a16:creationId xmlns:a16="http://schemas.microsoft.com/office/drawing/2014/main" id="{7232B34E-1FCB-F844-9D14-A7E72C62907A}"/>
              </a:ext>
            </a:extLst>
          </p:cNvPr>
          <p:cNvCxnSpPr>
            <a:cxnSpLocks/>
          </p:cNvCxnSpPr>
          <p:nvPr/>
        </p:nvCxnSpPr>
        <p:spPr>
          <a:xfrm flipV="1">
            <a:off x="6086674" y="4131927"/>
            <a:ext cx="0" cy="2001325"/>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pic>
        <p:nvPicPr>
          <p:cNvPr id="2" name="CM Slide 31 Approval.m4a" descr="CM Slide 31 Approval.m4a">
            <a:hlinkClick r:id="" action="ppaction://media"/>
            <a:extLst>
              <a:ext uri="{FF2B5EF4-FFF2-40B4-BE49-F238E27FC236}">
                <a16:creationId xmlns:a16="http://schemas.microsoft.com/office/drawing/2014/main" id="{DFA100EE-7BED-8D4A-A7F2-57F95E8B5D4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65432" y="5543550"/>
            <a:ext cx="812800" cy="812800"/>
          </a:xfrm>
          <a:prstGeom prst="rect">
            <a:avLst/>
          </a:prstGeom>
        </p:spPr>
      </p:pic>
    </p:spTree>
    <p:extLst>
      <p:ext uri="{BB962C8B-B14F-4D97-AF65-F5344CB8AC3E}">
        <p14:creationId xmlns:p14="http://schemas.microsoft.com/office/powerpoint/2010/main" val="268060400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772" fill="hold"/>
                                        <p:tgtEl>
                                          <p:spTgt spid="2"/>
                                        </p:tgtEl>
                                      </p:cBhvr>
                                    </p:cmd>
                                  </p:childTnLst>
                                </p:cTn>
                              </p:par>
                              <p:par>
                                <p:cTn id="7" presetID="18" presetClass="entr" presetSubtype="12"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strips(downLeft)">
                                      <p:cBhvr>
                                        <p:cTn id="9" dur="500"/>
                                        <p:tgtEl>
                                          <p:spTgt spid="11"/>
                                        </p:tgtEl>
                                      </p:cBhvr>
                                    </p:animEffect>
                                  </p:childTnLst>
                                </p:cTn>
                              </p:par>
                              <p:par>
                                <p:cTn id="10" presetID="1" presetClass="entr" presetSubtype="0" fill="hold" grpId="0" nodeType="withEffect">
                                  <p:stCondLst>
                                    <p:cond delay="500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50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2"/>
                </p:tgtEl>
              </p:cMediaNode>
            </p:audio>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32</a:t>
            </a:fld>
            <a:endParaRPr lang="en-US"/>
          </a:p>
        </p:txBody>
      </p:sp>
      <p:sp>
        <p:nvSpPr>
          <p:cNvPr id="23" name="Rectangle 22">
            <a:extLst>
              <a:ext uri="{FF2B5EF4-FFF2-40B4-BE49-F238E27FC236}">
                <a16:creationId xmlns:a16="http://schemas.microsoft.com/office/drawing/2014/main" id="{9A6BBC8F-EC42-704B-8ECD-FE8F6EB13471}"/>
              </a:ext>
            </a:extLst>
          </p:cNvPr>
          <p:cNvSpPr/>
          <p:nvPr/>
        </p:nvSpPr>
        <p:spPr>
          <a:xfrm>
            <a:off x="261020" y="818210"/>
            <a:ext cx="2885367" cy="276999"/>
          </a:xfrm>
          <a:prstGeom prst="rect">
            <a:avLst/>
          </a:prstGeom>
          <a:solidFill>
            <a:schemeClr val="accent1"/>
          </a:solidFill>
        </p:spPr>
        <p:txBody>
          <a:bodyPr wrap="square">
            <a:spAutoFit/>
          </a:bodyPr>
          <a:lstStyle/>
          <a:p>
            <a:pPr algn="ct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Approval</a:t>
            </a:r>
          </a:p>
        </p:txBody>
      </p:sp>
      <p:sp>
        <p:nvSpPr>
          <p:cNvPr id="26" name="Rectangle 25">
            <a:extLst>
              <a:ext uri="{FF2B5EF4-FFF2-40B4-BE49-F238E27FC236}">
                <a16:creationId xmlns:a16="http://schemas.microsoft.com/office/drawing/2014/main" id="{1EF1A4B2-3965-4842-87E3-2DBE1FDCA889}"/>
              </a:ext>
            </a:extLst>
          </p:cNvPr>
          <p:cNvSpPr/>
          <p:nvPr/>
        </p:nvSpPr>
        <p:spPr>
          <a:xfrm>
            <a:off x="312455" y="4795341"/>
            <a:ext cx="2480310" cy="830997"/>
          </a:xfrm>
          <a:prstGeom prst="rect">
            <a:avLst/>
          </a:prstGeom>
        </p:spPr>
        <p:txBody>
          <a:bodyPr wrap="square">
            <a:spAutoFit/>
          </a:bodyPr>
          <a:lstStyle/>
          <a:p>
            <a:r>
              <a:rPr lang="en-US" sz="1200" dirty="0"/>
              <a:t>14. Approvers to click “Commit/Notify” button to notify author if entry is approved or needs  to be updated/revised</a:t>
            </a:r>
            <a:endParaRPr lang="en-US" sz="1200" b="1" i="1" dirty="0"/>
          </a:p>
        </p:txBody>
      </p:sp>
      <p:sp>
        <p:nvSpPr>
          <p:cNvPr id="27" name="Rectangle 26">
            <a:extLst>
              <a:ext uri="{FF2B5EF4-FFF2-40B4-BE49-F238E27FC236}">
                <a16:creationId xmlns:a16="http://schemas.microsoft.com/office/drawing/2014/main" id="{EEF802AB-33DD-C84B-B6C2-235F272350B0}"/>
              </a:ext>
            </a:extLst>
          </p:cNvPr>
          <p:cNvSpPr/>
          <p:nvPr/>
        </p:nvSpPr>
        <p:spPr>
          <a:xfrm>
            <a:off x="297180" y="4011320"/>
            <a:ext cx="2286000" cy="646331"/>
          </a:xfrm>
          <a:prstGeom prst="rect">
            <a:avLst/>
          </a:prstGeom>
        </p:spPr>
        <p:txBody>
          <a:bodyPr wrap="square">
            <a:spAutoFit/>
          </a:bodyPr>
          <a:lstStyle/>
          <a:p>
            <a:r>
              <a:rPr lang="en-US" sz="1200" dirty="0"/>
              <a:t>13. Approvers to indicate “Approved/Rejected” notation in the Progress Notes section.  </a:t>
            </a:r>
            <a:endParaRPr lang="en-US" sz="1200" b="1" i="1" dirty="0"/>
          </a:p>
        </p:txBody>
      </p:sp>
      <p:pic>
        <p:nvPicPr>
          <p:cNvPr id="6" name="Picture 5">
            <a:extLst>
              <a:ext uri="{FF2B5EF4-FFF2-40B4-BE49-F238E27FC236}">
                <a16:creationId xmlns:a16="http://schemas.microsoft.com/office/drawing/2014/main" id="{26E33439-898F-CB4D-B58F-FCE47961D9A7}"/>
              </a:ext>
            </a:extLst>
          </p:cNvPr>
          <p:cNvPicPr>
            <a:picLocks noChangeAspect="1"/>
          </p:cNvPicPr>
          <p:nvPr/>
        </p:nvPicPr>
        <p:blipFill>
          <a:blip r:embed="rId5"/>
          <a:stretch>
            <a:fillRect/>
          </a:stretch>
        </p:blipFill>
        <p:spPr>
          <a:xfrm>
            <a:off x="4224277" y="844025"/>
            <a:ext cx="7670543" cy="5810216"/>
          </a:xfrm>
          <a:prstGeom prst="rect">
            <a:avLst/>
          </a:prstGeom>
        </p:spPr>
      </p:pic>
      <p:cxnSp>
        <p:nvCxnSpPr>
          <p:cNvPr id="9" name="Straight Arrow Connector 8">
            <a:extLst>
              <a:ext uri="{FF2B5EF4-FFF2-40B4-BE49-F238E27FC236}">
                <a16:creationId xmlns:a16="http://schemas.microsoft.com/office/drawing/2014/main" id="{9CCB21C3-90ED-4E43-B3F6-D9387B5F80CE}"/>
              </a:ext>
            </a:extLst>
          </p:cNvPr>
          <p:cNvCxnSpPr>
            <a:stCxn id="27" idx="3"/>
          </p:cNvCxnSpPr>
          <p:nvPr/>
        </p:nvCxnSpPr>
        <p:spPr>
          <a:xfrm>
            <a:off x="2583180" y="4334486"/>
            <a:ext cx="3363594" cy="163405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FB7715D-B6B7-5246-A0E4-E52CD534FCD9}"/>
              </a:ext>
            </a:extLst>
          </p:cNvPr>
          <p:cNvSpPr/>
          <p:nvPr/>
        </p:nvSpPr>
        <p:spPr>
          <a:xfrm>
            <a:off x="10440785" y="6356350"/>
            <a:ext cx="748146" cy="268213"/>
          </a:xfrm>
          <a:prstGeom prst="rect">
            <a:avLst/>
          </a:prstGeom>
          <a:noFill/>
          <a:ln w="381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32 Approval.m4a" descr="CM Slide 32 Approval.m4a">
            <a:hlinkClick r:id="" action="ppaction://media"/>
            <a:extLst>
              <a:ext uri="{FF2B5EF4-FFF2-40B4-BE49-F238E27FC236}">
                <a16:creationId xmlns:a16="http://schemas.microsoft.com/office/drawing/2014/main" id="{695B9ECD-CF21-3F4D-B48C-FDE93AF1901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440180" y="6039790"/>
            <a:ext cx="812800" cy="812800"/>
          </a:xfrm>
          <a:prstGeom prst="rect">
            <a:avLst/>
          </a:prstGeom>
        </p:spPr>
      </p:pic>
      <p:cxnSp>
        <p:nvCxnSpPr>
          <p:cNvPr id="4" name="Elbow Connector 3">
            <a:extLst>
              <a:ext uri="{FF2B5EF4-FFF2-40B4-BE49-F238E27FC236}">
                <a16:creationId xmlns:a16="http://schemas.microsoft.com/office/drawing/2014/main" id="{EE7651C2-F07D-D84E-9029-6BACCF857343}"/>
              </a:ext>
            </a:extLst>
          </p:cNvPr>
          <p:cNvCxnSpPr>
            <a:cxnSpLocks/>
          </p:cNvCxnSpPr>
          <p:nvPr/>
        </p:nvCxnSpPr>
        <p:spPr>
          <a:xfrm>
            <a:off x="2872590" y="5210839"/>
            <a:ext cx="7460507" cy="1235350"/>
          </a:xfrm>
          <a:prstGeom prst="bentConnector3">
            <a:avLst>
              <a:gd name="adj1" fmla="val 15038"/>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103093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839"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6"/>
                                        </p:tgtEl>
                                        <p:attrNameLst>
                                          <p:attrName>style.visibility</p:attrName>
                                        </p:attrNameLst>
                                      </p:cBhvr>
                                      <p:to>
                                        <p:strVal val="visible"/>
                                      </p:to>
                                    </p:set>
                                    <p:animEffect transition="in" filter="strips(downLeft)">
                                      <p:cBhvr>
                                        <p:cTn id="9" dur="500"/>
                                        <p:tgtEl>
                                          <p:spTgt spid="6"/>
                                        </p:tgtEl>
                                      </p:cBhvr>
                                    </p:animEffect>
                                  </p:childTnLst>
                                </p:cTn>
                              </p:par>
                              <p:par>
                                <p:cTn id="10" presetID="1" presetClass="entr" presetSubtype="0" fill="hold" grpId="0" nodeType="withEffect">
                                  <p:stCondLst>
                                    <p:cond delay="800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nodeType="withEffect">
                                  <p:stCondLst>
                                    <p:cond delay="800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14000"/>
                                  </p:stCondLst>
                                  <p:childTnLst>
                                    <p:set>
                                      <p:cBhvr>
                                        <p:cTn id="15" dur="1" fill="hold">
                                          <p:stCondLst>
                                            <p:cond delay="0"/>
                                          </p:stCondLst>
                                        </p:cTn>
                                        <p:tgtEl>
                                          <p:spTgt spid="26"/>
                                        </p:tgtEl>
                                        <p:attrNameLst>
                                          <p:attrName>style.visibility</p:attrName>
                                        </p:attrNameLst>
                                      </p:cBhvr>
                                      <p:to>
                                        <p:strVal val="visible"/>
                                      </p:to>
                                    </p:set>
                                  </p:childTnLst>
                                </p:cTn>
                              </p:par>
                              <p:par>
                                <p:cTn id="16" presetID="1" presetClass="entr" presetSubtype="0" fill="hold" nodeType="withEffect">
                                  <p:stCondLst>
                                    <p:cond delay="14000"/>
                                  </p:stCondLst>
                                  <p:childTnLst>
                                    <p:set>
                                      <p:cBhvr>
                                        <p:cTn id="17" dur="1" fill="hold">
                                          <p:stCondLst>
                                            <p:cond delay="0"/>
                                          </p:stCondLst>
                                        </p:cTn>
                                        <p:tgtEl>
                                          <p:spTgt spid="4"/>
                                        </p:tgtEl>
                                        <p:attrNameLst>
                                          <p:attrName>style.visibility</p:attrName>
                                        </p:attrNameLst>
                                      </p:cBhvr>
                                      <p:to>
                                        <p:strVal val="visible"/>
                                      </p:to>
                                    </p:set>
                                  </p:childTnLst>
                                </p:cTn>
                              </p:par>
                              <p:par>
                                <p:cTn id="18" presetID="3" presetClass="entr" presetSubtype="10" fill="hold" grpId="0" nodeType="withEffect">
                                  <p:stCondLst>
                                    <p:cond delay="1400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1" fill="hold" display="0">
                  <p:stCondLst>
                    <p:cond delay="indefinite"/>
                  </p:stCondLst>
                  <p:endCondLst>
                    <p:cond evt="onStopAudio" delay="0">
                      <p:tgtEl>
                        <p:sldTgt/>
                      </p:tgtEl>
                    </p:cond>
                  </p:endCondLst>
                </p:cTn>
                <p:tgtEl>
                  <p:spTgt spid="2"/>
                </p:tgtEl>
              </p:cMediaNode>
            </p:audio>
          </p:childTnLst>
        </p:cTn>
      </p:par>
    </p:tnLst>
    <p:bldLst>
      <p:bldP spid="26" grpId="0"/>
      <p:bldP spid="27" grpId="0"/>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FB5CA1-6CD0-1F4A-BB3E-39C98013DFEA}"/>
              </a:ext>
            </a:extLst>
          </p:cNvPr>
          <p:cNvPicPr>
            <a:picLocks noChangeAspect="1"/>
          </p:cNvPicPr>
          <p:nvPr/>
        </p:nvPicPr>
        <p:blipFill>
          <a:blip r:embed="rId5"/>
          <a:stretch>
            <a:fillRect/>
          </a:stretch>
        </p:blipFill>
        <p:spPr>
          <a:xfrm>
            <a:off x="4551229" y="813765"/>
            <a:ext cx="6346067" cy="5963345"/>
          </a:xfrm>
          <a:prstGeom prst="rect">
            <a:avLst/>
          </a:prstGeom>
        </p:spPr>
      </p:pic>
      <p:sp>
        <p:nvSpPr>
          <p:cNvPr id="5" name="Slide Number Placeholder 4"/>
          <p:cNvSpPr>
            <a:spLocks noGrp="1"/>
          </p:cNvSpPr>
          <p:nvPr>
            <p:ph type="sldNum" sz="quarter" idx="12"/>
          </p:nvPr>
        </p:nvSpPr>
        <p:spPr/>
        <p:txBody>
          <a:bodyPr/>
          <a:lstStyle/>
          <a:p>
            <a:fld id="{42B598A9-98DB-4919-8118-E0FFA01B43BD}" type="slidenum">
              <a:rPr lang="en-US" smtClean="0"/>
              <a:t>33</a:t>
            </a:fld>
            <a:endParaRPr lang="en-US"/>
          </a:p>
        </p:txBody>
      </p:sp>
      <p:sp>
        <p:nvSpPr>
          <p:cNvPr id="8" name="Rectangle 7">
            <a:extLst>
              <a:ext uri="{FF2B5EF4-FFF2-40B4-BE49-F238E27FC236}">
                <a16:creationId xmlns:a16="http://schemas.microsoft.com/office/drawing/2014/main" id="{4D102266-FE45-E14F-9026-3346B82E66A1}"/>
              </a:ext>
            </a:extLst>
          </p:cNvPr>
          <p:cNvSpPr/>
          <p:nvPr/>
        </p:nvSpPr>
        <p:spPr>
          <a:xfrm>
            <a:off x="312455" y="813765"/>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Approval</a:t>
            </a:r>
          </a:p>
        </p:txBody>
      </p:sp>
      <p:cxnSp>
        <p:nvCxnSpPr>
          <p:cNvPr id="9" name="Straight Arrow Connector 8">
            <a:extLst>
              <a:ext uri="{FF2B5EF4-FFF2-40B4-BE49-F238E27FC236}">
                <a16:creationId xmlns:a16="http://schemas.microsoft.com/office/drawing/2014/main" id="{AF57C545-46E1-0E48-8F64-9A27605F67B6}"/>
              </a:ext>
            </a:extLst>
          </p:cNvPr>
          <p:cNvCxnSpPr>
            <a:cxnSpLocks/>
          </p:cNvCxnSpPr>
          <p:nvPr/>
        </p:nvCxnSpPr>
        <p:spPr>
          <a:xfrm>
            <a:off x="3012753" y="1994748"/>
            <a:ext cx="2540149" cy="0"/>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F51695F8-E5C9-5247-B9A0-06B6BC2F28CB}"/>
              </a:ext>
            </a:extLst>
          </p:cNvPr>
          <p:cNvSpPr txBox="1"/>
          <p:nvPr/>
        </p:nvSpPr>
        <p:spPr>
          <a:xfrm>
            <a:off x="509584" y="1677322"/>
            <a:ext cx="2503169" cy="677280"/>
          </a:xfrm>
          <a:prstGeom prst="rect">
            <a:avLst/>
          </a:prstGeom>
        </p:spPr>
        <p:txBody>
          <a:bodyPr vert="horz" lIns="91440" tIns="45720" rIns="91440" bIns="45720" rtlCol="0">
            <a:noAutofit/>
          </a:bodyPr>
          <a:lstStyle/>
          <a:p>
            <a:pPr>
              <a:lnSpc>
                <a:spcPct val="90000"/>
              </a:lnSpc>
              <a:spcAft>
                <a:spcPts val="600"/>
              </a:spcAft>
            </a:pPr>
            <a:r>
              <a:rPr lang="en-US" sz="1400" dirty="0"/>
              <a:t>15. Tick the kind of memorandum to be sent back to the author.</a:t>
            </a:r>
          </a:p>
        </p:txBody>
      </p:sp>
      <p:sp>
        <p:nvSpPr>
          <p:cNvPr id="11" name="TextBox 10">
            <a:extLst>
              <a:ext uri="{FF2B5EF4-FFF2-40B4-BE49-F238E27FC236}">
                <a16:creationId xmlns:a16="http://schemas.microsoft.com/office/drawing/2014/main" id="{799C64A3-4266-674D-BBA0-0D68774B4626}"/>
              </a:ext>
            </a:extLst>
          </p:cNvPr>
          <p:cNvSpPr txBox="1"/>
          <p:nvPr/>
        </p:nvSpPr>
        <p:spPr>
          <a:xfrm>
            <a:off x="480585" y="3939594"/>
            <a:ext cx="2503170" cy="716138"/>
          </a:xfrm>
          <a:prstGeom prst="rect">
            <a:avLst/>
          </a:prstGeom>
        </p:spPr>
        <p:txBody>
          <a:bodyPr vert="horz" lIns="91440" tIns="45720" rIns="91440" bIns="45720" rtlCol="0">
            <a:normAutofit/>
          </a:bodyPr>
          <a:lstStyle/>
          <a:p>
            <a:pPr>
              <a:lnSpc>
                <a:spcPct val="90000"/>
              </a:lnSpc>
              <a:spcAft>
                <a:spcPts val="600"/>
              </a:spcAft>
            </a:pPr>
            <a:r>
              <a:rPr lang="en-US" sz="1400" dirty="0"/>
              <a:t>16. Tick all the of the Initiator in ”Email </a:t>
            </a:r>
            <a:r>
              <a:rPr lang="en-US" sz="1400" dirty="0" err="1"/>
              <a:t>Speedlink</a:t>
            </a:r>
            <a:r>
              <a:rPr lang="en-US" sz="1400" dirty="0"/>
              <a:t> Message To” section.</a:t>
            </a:r>
          </a:p>
        </p:txBody>
      </p:sp>
      <p:sp>
        <p:nvSpPr>
          <p:cNvPr id="12" name="TextBox 11">
            <a:extLst>
              <a:ext uri="{FF2B5EF4-FFF2-40B4-BE49-F238E27FC236}">
                <a16:creationId xmlns:a16="http://schemas.microsoft.com/office/drawing/2014/main" id="{E0BB1EC2-74DE-7540-9184-D3DFC7594450}"/>
              </a:ext>
            </a:extLst>
          </p:cNvPr>
          <p:cNvSpPr txBox="1"/>
          <p:nvPr/>
        </p:nvSpPr>
        <p:spPr>
          <a:xfrm>
            <a:off x="509584" y="5363559"/>
            <a:ext cx="2616096" cy="716133"/>
          </a:xfrm>
          <a:prstGeom prst="rect">
            <a:avLst/>
          </a:prstGeom>
        </p:spPr>
        <p:txBody>
          <a:bodyPr vert="horz" lIns="91440" tIns="45720" rIns="91440" bIns="45720" rtlCol="0">
            <a:normAutofit/>
          </a:bodyPr>
          <a:lstStyle/>
          <a:p>
            <a:pPr>
              <a:lnSpc>
                <a:spcPct val="90000"/>
              </a:lnSpc>
              <a:spcAft>
                <a:spcPts val="600"/>
              </a:spcAft>
            </a:pPr>
            <a:r>
              <a:rPr lang="en-US" sz="1400" dirty="0"/>
              <a:t>17. Click “Send </a:t>
            </a:r>
            <a:r>
              <a:rPr lang="en-US" sz="1400" dirty="0" err="1"/>
              <a:t>speedlink</a:t>
            </a:r>
            <a:r>
              <a:rPr lang="en-US" sz="1400" dirty="0"/>
              <a:t>” button to route to the Initiator for notification.</a:t>
            </a:r>
          </a:p>
        </p:txBody>
      </p:sp>
      <p:sp>
        <p:nvSpPr>
          <p:cNvPr id="13" name="Left Bracket 12">
            <a:extLst>
              <a:ext uri="{FF2B5EF4-FFF2-40B4-BE49-F238E27FC236}">
                <a16:creationId xmlns:a16="http://schemas.microsoft.com/office/drawing/2014/main" id="{8A236456-75D1-6D49-8068-8C81F59D7A23}"/>
              </a:ext>
            </a:extLst>
          </p:cNvPr>
          <p:cNvSpPr/>
          <p:nvPr/>
        </p:nvSpPr>
        <p:spPr>
          <a:xfrm>
            <a:off x="4991611" y="2718780"/>
            <a:ext cx="608435" cy="3199881"/>
          </a:xfrm>
          <a:prstGeom prst="leftBracket">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3E1C6C2-0F76-C244-9F72-6AE31BDC96F0}"/>
              </a:ext>
            </a:extLst>
          </p:cNvPr>
          <p:cNvCxnSpPr>
            <a:cxnSpLocks/>
          </p:cNvCxnSpPr>
          <p:nvPr/>
        </p:nvCxnSpPr>
        <p:spPr>
          <a:xfrm>
            <a:off x="3012753" y="4297663"/>
            <a:ext cx="1920862" cy="0"/>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5" name="Elbow Connector 14">
            <a:extLst>
              <a:ext uri="{FF2B5EF4-FFF2-40B4-BE49-F238E27FC236}">
                <a16:creationId xmlns:a16="http://schemas.microsoft.com/office/drawing/2014/main" id="{9E7253C4-4F9E-8843-90B7-F8D29A8E6804}"/>
              </a:ext>
            </a:extLst>
          </p:cNvPr>
          <p:cNvCxnSpPr>
            <a:cxnSpLocks/>
            <a:stCxn id="12" idx="3"/>
          </p:cNvCxnSpPr>
          <p:nvPr/>
        </p:nvCxnSpPr>
        <p:spPr>
          <a:xfrm>
            <a:off x="3125680" y="5721626"/>
            <a:ext cx="4455527" cy="905545"/>
          </a:xfrm>
          <a:prstGeom prst="bentConnector3">
            <a:avLst>
              <a:gd name="adj1" fmla="val 38059"/>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CM Slide 33 Aproval.m4a" descr="CM Slide 33 Aproval.m4a">
            <a:hlinkClick r:id="" action="ppaction://media"/>
            <a:extLst>
              <a:ext uri="{FF2B5EF4-FFF2-40B4-BE49-F238E27FC236}">
                <a16:creationId xmlns:a16="http://schemas.microsoft.com/office/drawing/2014/main" id="{3C58DFC2-FEAD-3C4D-835B-F6577568EF1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13889" y="5543550"/>
            <a:ext cx="812800" cy="812800"/>
          </a:xfrm>
          <a:prstGeom prst="rect">
            <a:avLst/>
          </a:prstGeom>
        </p:spPr>
      </p:pic>
      <p:sp>
        <p:nvSpPr>
          <p:cNvPr id="16" name="Rectangle 15">
            <a:extLst>
              <a:ext uri="{FF2B5EF4-FFF2-40B4-BE49-F238E27FC236}">
                <a16:creationId xmlns:a16="http://schemas.microsoft.com/office/drawing/2014/main" id="{7DC30DA0-B343-AC46-BE81-C6D3D382920C}"/>
              </a:ext>
            </a:extLst>
          </p:cNvPr>
          <p:cNvSpPr/>
          <p:nvPr/>
        </p:nvSpPr>
        <p:spPr>
          <a:xfrm>
            <a:off x="5822429" y="2638573"/>
            <a:ext cx="2773181" cy="272498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9A7EC43-5C3E-5A41-8FD1-387C271BCA5B}"/>
              </a:ext>
            </a:extLst>
          </p:cNvPr>
          <p:cNvSpPr/>
          <p:nvPr/>
        </p:nvSpPr>
        <p:spPr>
          <a:xfrm>
            <a:off x="5816639" y="5543550"/>
            <a:ext cx="2773181" cy="37511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14834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200"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20"/>
                                        </p:tgtEl>
                                        <p:attrNameLst>
                                          <p:attrName>style.visibility</p:attrName>
                                        </p:attrNameLst>
                                      </p:cBhvr>
                                      <p:to>
                                        <p:strVal val="visible"/>
                                      </p:to>
                                    </p:set>
                                    <p:animEffect transition="in" filter="strips(downLeft)">
                                      <p:cBhvr>
                                        <p:cTn id="9" dur="500"/>
                                        <p:tgtEl>
                                          <p:spTgt spid="20"/>
                                        </p:tgtEl>
                                      </p:cBhvr>
                                    </p:animEffect>
                                  </p:childTnLst>
                                </p:cTn>
                              </p:par>
                              <p:par>
                                <p:cTn id="10" presetID="1" presetClass="entr" presetSubtype="0" fill="hold" grpId="0" nodeType="withEffect">
                                  <p:stCondLst>
                                    <p:cond delay="700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nodeType="withEffect">
                                  <p:stCondLst>
                                    <p:cond delay="700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11000"/>
                                  </p:stCondLst>
                                  <p:childTnLst>
                                    <p:set>
                                      <p:cBhvr>
                                        <p:cTn id="15" dur="1" fill="hold">
                                          <p:stCondLst>
                                            <p:cond delay="0"/>
                                          </p:stCondLst>
                                        </p:cTn>
                                        <p:tgtEl>
                                          <p:spTgt spid="11"/>
                                        </p:tgtEl>
                                        <p:attrNameLst>
                                          <p:attrName>style.visibility</p:attrName>
                                        </p:attrNameLst>
                                      </p:cBhvr>
                                      <p:to>
                                        <p:strVal val="visible"/>
                                      </p:to>
                                    </p:set>
                                  </p:childTnLst>
                                </p:cTn>
                              </p:par>
                              <p:par>
                                <p:cTn id="16" presetID="1" presetClass="entr" presetSubtype="0" fill="hold" nodeType="withEffect">
                                  <p:stCondLst>
                                    <p:cond delay="11000"/>
                                  </p:stCondLst>
                                  <p:childTnLst>
                                    <p:set>
                                      <p:cBhvr>
                                        <p:cTn id="17" dur="1" fill="hold">
                                          <p:stCondLst>
                                            <p:cond delay="0"/>
                                          </p:stCondLst>
                                        </p:cTn>
                                        <p:tgtEl>
                                          <p:spTgt spid="14"/>
                                        </p:tgtEl>
                                        <p:attrNameLst>
                                          <p:attrName>style.visibility</p:attrName>
                                        </p:attrNameLst>
                                      </p:cBhvr>
                                      <p:to>
                                        <p:strVal val="visible"/>
                                      </p:to>
                                    </p:set>
                                  </p:childTnLst>
                                </p:cTn>
                              </p:par>
                              <p:par>
                                <p:cTn id="18" presetID="1" presetClass="entr" presetSubtype="0" fill="hold" grpId="0" nodeType="withEffect">
                                  <p:stCondLst>
                                    <p:cond delay="1100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1700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nodeType="withEffect">
                                  <p:stCondLst>
                                    <p:cond delay="1700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100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8" fill="hold" display="0">
                  <p:stCondLst>
                    <p:cond delay="indefinite"/>
                  </p:stCondLst>
                  <p:endCondLst>
                    <p:cond evt="onStopAudio" delay="0">
                      <p:tgtEl>
                        <p:sldTgt/>
                      </p:tgtEl>
                    </p:cond>
                  </p:endCondLst>
                </p:cTn>
                <p:tgtEl>
                  <p:spTgt spid="2"/>
                </p:tgtEl>
              </p:cMediaNode>
            </p:audio>
          </p:childTnLst>
        </p:cTn>
      </p:par>
    </p:tnLst>
    <p:bldLst>
      <p:bldP spid="10" grpId="0"/>
      <p:bldP spid="11" grpId="0"/>
      <p:bldP spid="12" grpId="0"/>
      <p:bldP spid="13"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34</a:t>
            </a:fld>
            <a:endParaRPr lang="en-US"/>
          </a:p>
        </p:txBody>
      </p:sp>
      <p:sp>
        <p:nvSpPr>
          <p:cNvPr id="7" name="Rectangle 6">
            <a:extLst>
              <a:ext uri="{FF2B5EF4-FFF2-40B4-BE49-F238E27FC236}">
                <a16:creationId xmlns:a16="http://schemas.microsoft.com/office/drawing/2014/main" id="{D8F7762C-6AFE-D647-93EE-2D104E8A8CD8}"/>
              </a:ext>
            </a:extLst>
          </p:cNvPr>
          <p:cNvSpPr/>
          <p:nvPr/>
        </p:nvSpPr>
        <p:spPr>
          <a:xfrm>
            <a:off x="312455" y="763889"/>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Closing out an Entry</a:t>
            </a:r>
          </a:p>
        </p:txBody>
      </p:sp>
      <p:sp>
        <p:nvSpPr>
          <p:cNvPr id="10" name="TextBox 9">
            <a:extLst>
              <a:ext uri="{FF2B5EF4-FFF2-40B4-BE49-F238E27FC236}">
                <a16:creationId xmlns:a16="http://schemas.microsoft.com/office/drawing/2014/main" id="{69A13D3F-AE8B-264E-872E-D42A6A1F53F5}"/>
              </a:ext>
            </a:extLst>
          </p:cNvPr>
          <p:cNvSpPr txBox="1"/>
          <p:nvPr/>
        </p:nvSpPr>
        <p:spPr>
          <a:xfrm>
            <a:off x="3365824" y="6175528"/>
            <a:ext cx="5460352" cy="307777"/>
          </a:xfrm>
          <a:prstGeom prst="rect">
            <a:avLst/>
          </a:prstGeom>
          <a:noFill/>
        </p:spPr>
        <p:txBody>
          <a:bodyPr wrap="square" rtlCol="0">
            <a:spAutoFit/>
          </a:bodyPr>
          <a:lstStyle/>
          <a:p>
            <a:r>
              <a:rPr lang="en-US" sz="1400" dirty="0"/>
              <a:t>18. Author should click the </a:t>
            </a:r>
            <a:r>
              <a:rPr lang="en-US" sz="1400" dirty="0" err="1"/>
              <a:t>speedlink</a:t>
            </a:r>
            <a:r>
              <a:rPr lang="en-US" sz="1400" dirty="0"/>
              <a:t> provided in the email notification.</a:t>
            </a:r>
          </a:p>
        </p:txBody>
      </p:sp>
      <p:pic>
        <p:nvPicPr>
          <p:cNvPr id="2" name="Picture 1">
            <a:extLst>
              <a:ext uri="{FF2B5EF4-FFF2-40B4-BE49-F238E27FC236}">
                <a16:creationId xmlns:a16="http://schemas.microsoft.com/office/drawing/2014/main" id="{4F9B4704-F58D-9E45-8D1B-37FA853A4138}"/>
              </a:ext>
            </a:extLst>
          </p:cNvPr>
          <p:cNvPicPr>
            <a:picLocks noChangeAspect="1"/>
          </p:cNvPicPr>
          <p:nvPr/>
        </p:nvPicPr>
        <p:blipFill>
          <a:blip r:embed="rId5"/>
          <a:stretch>
            <a:fillRect/>
          </a:stretch>
        </p:blipFill>
        <p:spPr>
          <a:xfrm>
            <a:off x="865580" y="1327454"/>
            <a:ext cx="10460840" cy="4203092"/>
          </a:xfrm>
          <a:prstGeom prst="rect">
            <a:avLst/>
          </a:prstGeom>
        </p:spPr>
      </p:pic>
      <p:cxnSp>
        <p:nvCxnSpPr>
          <p:cNvPr id="4" name="Straight Arrow Connector 3">
            <a:extLst>
              <a:ext uri="{FF2B5EF4-FFF2-40B4-BE49-F238E27FC236}">
                <a16:creationId xmlns:a16="http://schemas.microsoft.com/office/drawing/2014/main" id="{9B872058-0E98-4143-A67B-4E2F787DA835}"/>
              </a:ext>
            </a:extLst>
          </p:cNvPr>
          <p:cNvCxnSpPr/>
          <p:nvPr/>
        </p:nvCxnSpPr>
        <p:spPr>
          <a:xfrm flipV="1">
            <a:off x="6096000" y="3823855"/>
            <a:ext cx="0" cy="221118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CM Slide 34 Closing Out an Entry.m4a" descr="CM Slide 34 Closing Out an Entry.m4a">
            <a:hlinkClick r:id="" action="ppaction://media"/>
            <a:extLst>
              <a:ext uri="{FF2B5EF4-FFF2-40B4-BE49-F238E27FC236}">
                <a16:creationId xmlns:a16="http://schemas.microsoft.com/office/drawing/2014/main" id="{459D7DFE-E053-ED46-8BEA-4BE6A47F639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34985" y="5614753"/>
            <a:ext cx="812800" cy="812800"/>
          </a:xfrm>
          <a:prstGeom prst="rect">
            <a:avLst/>
          </a:prstGeom>
        </p:spPr>
      </p:pic>
    </p:spTree>
    <p:extLst>
      <p:ext uri="{BB962C8B-B14F-4D97-AF65-F5344CB8AC3E}">
        <p14:creationId xmlns:p14="http://schemas.microsoft.com/office/powerpoint/2010/main" val="378974511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424" fill="hold"/>
                                        <p:tgtEl>
                                          <p:spTgt spid="3"/>
                                        </p:tgtEl>
                                      </p:cBhvr>
                                    </p:cmd>
                                  </p:childTnLst>
                                </p:cTn>
                              </p:par>
                              <p:par>
                                <p:cTn id="7" presetID="18" presetClass="entr" presetSubtype="12" fill="hold" nodeType="withEffect">
                                  <p:stCondLst>
                                    <p:cond delay="1000"/>
                                  </p:stCondLst>
                                  <p:childTnLst>
                                    <p:set>
                                      <p:cBhvr>
                                        <p:cTn id="8" dur="1" fill="hold">
                                          <p:stCondLst>
                                            <p:cond delay="0"/>
                                          </p:stCondLst>
                                        </p:cTn>
                                        <p:tgtEl>
                                          <p:spTgt spid="2"/>
                                        </p:tgtEl>
                                        <p:attrNameLst>
                                          <p:attrName>style.visibility</p:attrName>
                                        </p:attrNameLst>
                                      </p:cBhvr>
                                      <p:to>
                                        <p:strVal val="visible"/>
                                      </p:to>
                                    </p:set>
                                    <p:animEffect transition="in" filter="strips(downLeft)">
                                      <p:cBhvr>
                                        <p:cTn id="9" dur="500"/>
                                        <p:tgtEl>
                                          <p:spTgt spid="2"/>
                                        </p:tgtEl>
                                      </p:cBhvr>
                                    </p:animEffect>
                                  </p:childTnLst>
                                </p:cTn>
                              </p:par>
                              <p:par>
                                <p:cTn id="10" presetID="1" presetClass="entr" presetSubtype="0" fill="hold" nodeType="withEffect">
                                  <p:stCondLst>
                                    <p:cond delay="500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50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3"/>
                </p:tgtEl>
              </p:cMediaNode>
            </p:audio>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35</a:t>
            </a:fld>
            <a:endParaRPr lang="en-US"/>
          </a:p>
        </p:txBody>
      </p:sp>
      <p:sp>
        <p:nvSpPr>
          <p:cNvPr id="7" name="Rectangle 6">
            <a:extLst>
              <a:ext uri="{FF2B5EF4-FFF2-40B4-BE49-F238E27FC236}">
                <a16:creationId xmlns:a16="http://schemas.microsoft.com/office/drawing/2014/main" id="{D8F7762C-6AFE-D647-93EE-2D104E8A8CD8}"/>
              </a:ext>
            </a:extLst>
          </p:cNvPr>
          <p:cNvSpPr/>
          <p:nvPr/>
        </p:nvSpPr>
        <p:spPr>
          <a:xfrm>
            <a:off x="312455" y="763889"/>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Closing out an Entry</a:t>
            </a:r>
          </a:p>
        </p:txBody>
      </p:sp>
      <p:sp>
        <p:nvSpPr>
          <p:cNvPr id="10" name="TextBox 9">
            <a:extLst>
              <a:ext uri="{FF2B5EF4-FFF2-40B4-BE49-F238E27FC236}">
                <a16:creationId xmlns:a16="http://schemas.microsoft.com/office/drawing/2014/main" id="{69A13D3F-AE8B-264E-872E-D42A6A1F53F5}"/>
              </a:ext>
            </a:extLst>
          </p:cNvPr>
          <p:cNvSpPr txBox="1"/>
          <p:nvPr/>
        </p:nvSpPr>
        <p:spPr>
          <a:xfrm>
            <a:off x="312455" y="2690335"/>
            <a:ext cx="2548890" cy="954107"/>
          </a:xfrm>
          <a:prstGeom prst="rect">
            <a:avLst/>
          </a:prstGeom>
          <a:noFill/>
        </p:spPr>
        <p:txBody>
          <a:bodyPr wrap="square" rtlCol="0">
            <a:spAutoFit/>
          </a:bodyPr>
          <a:lstStyle/>
          <a:p>
            <a:r>
              <a:rPr lang="en-US" sz="1400" dirty="0"/>
              <a:t>20. If entry is approved, Author should click  “Commit/Relocate” at the bottom of the form to close out the entry.</a:t>
            </a:r>
          </a:p>
        </p:txBody>
      </p:sp>
      <p:pic>
        <p:nvPicPr>
          <p:cNvPr id="8" name="Picture 7">
            <a:extLst>
              <a:ext uri="{FF2B5EF4-FFF2-40B4-BE49-F238E27FC236}">
                <a16:creationId xmlns:a16="http://schemas.microsoft.com/office/drawing/2014/main" id="{E2D6904B-36BE-4C44-B934-DF34A1B5EC5E}"/>
              </a:ext>
            </a:extLst>
          </p:cNvPr>
          <p:cNvPicPr>
            <a:picLocks noChangeAspect="1"/>
          </p:cNvPicPr>
          <p:nvPr/>
        </p:nvPicPr>
        <p:blipFill>
          <a:blip r:embed="rId5"/>
          <a:stretch>
            <a:fillRect/>
          </a:stretch>
        </p:blipFill>
        <p:spPr>
          <a:xfrm>
            <a:off x="3664529" y="902388"/>
            <a:ext cx="8331361" cy="5768615"/>
          </a:xfrm>
          <a:prstGeom prst="rect">
            <a:avLst/>
          </a:prstGeom>
        </p:spPr>
      </p:pic>
      <p:sp>
        <p:nvSpPr>
          <p:cNvPr id="11" name="TextBox 10">
            <a:extLst>
              <a:ext uri="{FF2B5EF4-FFF2-40B4-BE49-F238E27FC236}">
                <a16:creationId xmlns:a16="http://schemas.microsoft.com/office/drawing/2014/main" id="{1BD5DBFB-0729-044F-B249-E5FB3F2CBB3B}"/>
              </a:ext>
            </a:extLst>
          </p:cNvPr>
          <p:cNvSpPr txBox="1"/>
          <p:nvPr/>
        </p:nvSpPr>
        <p:spPr>
          <a:xfrm>
            <a:off x="312455" y="1280836"/>
            <a:ext cx="2548890" cy="1169551"/>
          </a:xfrm>
          <a:prstGeom prst="rect">
            <a:avLst/>
          </a:prstGeom>
          <a:noFill/>
        </p:spPr>
        <p:txBody>
          <a:bodyPr wrap="square" rtlCol="0">
            <a:spAutoFit/>
          </a:bodyPr>
          <a:lstStyle/>
          <a:p>
            <a:r>
              <a:rPr lang="en-US" sz="1400" dirty="0"/>
              <a:t>19. If entry is rejected, Author should perform needed updates then re-route entry for approval by clicking the “Commit/Notify” button.</a:t>
            </a:r>
          </a:p>
        </p:txBody>
      </p:sp>
      <p:cxnSp>
        <p:nvCxnSpPr>
          <p:cNvPr id="9" name="Straight Arrow Connector 8">
            <a:extLst>
              <a:ext uri="{FF2B5EF4-FFF2-40B4-BE49-F238E27FC236}">
                <a16:creationId xmlns:a16="http://schemas.microsoft.com/office/drawing/2014/main" id="{18C4590B-30BA-7641-A44F-9D3ED4B4C25C}"/>
              </a:ext>
            </a:extLst>
          </p:cNvPr>
          <p:cNvCxnSpPr>
            <a:cxnSpLocks/>
          </p:cNvCxnSpPr>
          <p:nvPr/>
        </p:nvCxnSpPr>
        <p:spPr>
          <a:xfrm>
            <a:off x="2119908" y="3728378"/>
            <a:ext cx="3407896" cy="2605209"/>
          </a:xfrm>
          <a:prstGeom prst="straightConnector1">
            <a:avLst/>
          </a:prstGeom>
          <a:ln w="254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F027940F-58CD-E64D-A5AC-88F976C17FC4}"/>
              </a:ext>
            </a:extLst>
          </p:cNvPr>
          <p:cNvSpPr/>
          <p:nvPr/>
        </p:nvSpPr>
        <p:spPr>
          <a:xfrm>
            <a:off x="6982691" y="5453149"/>
            <a:ext cx="4089862" cy="640962"/>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35 Closing Out an Entry.m4a" descr="CM Slide 35 Closing Out an Entry.m4a">
            <a:hlinkClick r:id="" action="ppaction://media"/>
            <a:extLst>
              <a:ext uri="{FF2B5EF4-FFF2-40B4-BE49-F238E27FC236}">
                <a16:creationId xmlns:a16="http://schemas.microsoft.com/office/drawing/2014/main" id="{EB48865A-9655-AB40-9702-D6B17096500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54123" y="6094111"/>
            <a:ext cx="812800" cy="812800"/>
          </a:xfrm>
          <a:prstGeom prst="rect">
            <a:avLst/>
          </a:prstGeom>
        </p:spPr>
      </p:pic>
      <p:cxnSp>
        <p:nvCxnSpPr>
          <p:cNvPr id="4" name="Elbow Connector 3">
            <a:extLst>
              <a:ext uri="{FF2B5EF4-FFF2-40B4-BE49-F238E27FC236}">
                <a16:creationId xmlns:a16="http://schemas.microsoft.com/office/drawing/2014/main" id="{5D7EAAEB-9B53-FC45-A4D1-273045EA202B}"/>
              </a:ext>
            </a:extLst>
          </p:cNvPr>
          <p:cNvCxnSpPr>
            <a:cxnSpLocks/>
          </p:cNvCxnSpPr>
          <p:nvPr/>
        </p:nvCxnSpPr>
        <p:spPr>
          <a:xfrm>
            <a:off x="3102964" y="1753849"/>
            <a:ext cx="6879236" cy="4602501"/>
          </a:xfrm>
          <a:prstGeom prst="bentConnector3">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81634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571"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8"/>
                                        </p:tgtEl>
                                        <p:attrNameLst>
                                          <p:attrName>style.visibility</p:attrName>
                                        </p:attrNameLst>
                                      </p:cBhvr>
                                      <p:to>
                                        <p:strVal val="visible"/>
                                      </p:to>
                                    </p:set>
                                    <p:animEffect transition="in" filter="strips(downLeft)">
                                      <p:cBhvr>
                                        <p:cTn id="9" dur="500"/>
                                        <p:tgtEl>
                                          <p:spTgt spid="8"/>
                                        </p:tgtEl>
                                      </p:cBhvr>
                                    </p:animEffect>
                                  </p:childTnLst>
                                </p:cTn>
                              </p:par>
                              <p:par>
                                <p:cTn id="10" presetID="1" presetClass="entr" presetSubtype="0" fill="hold" grpId="0" nodeType="withEffect">
                                  <p:stCondLst>
                                    <p:cond delay="400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grpId="0" nodeType="withEffect">
                                  <p:stCondLst>
                                    <p:cond delay="1000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nodeType="withEffect">
                                  <p:stCondLst>
                                    <p:cond delay="1000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1900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1900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2"/>
                </p:tgtEl>
              </p:cMediaNode>
            </p:audio>
          </p:childTnLst>
        </p:cTn>
      </p:par>
    </p:tnLst>
    <p:bldLst>
      <p:bldP spid="10" grpId="0"/>
      <p:bldP spid="11" grpId="0"/>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36</a:t>
            </a:fld>
            <a:endParaRPr lang="en-US"/>
          </a:p>
        </p:txBody>
      </p:sp>
      <p:sp>
        <p:nvSpPr>
          <p:cNvPr id="8" name="Rectangle 7">
            <a:extLst>
              <a:ext uri="{FF2B5EF4-FFF2-40B4-BE49-F238E27FC236}">
                <a16:creationId xmlns:a16="http://schemas.microsoft.com/office/drawing/2014/main" id="{0F94EE55-9C12-EA4E-90A7-843D000E559F}"/>
              </a:ext>
            </a:extLst>
          </p:cNvPr>
          <p:cNvSpPr/>
          <p:nvPr/>
        </p:nvSpPr>
        <p:spPr>
          <a:xfrm>
            <a:off x="245953" y="747264"/>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Closing out an Entry</a:t>
            </a:r>
          </a:p>
        </p:txBody>
      </p:sp>
      <p:pic>
        <p:nvPicPr>
          <p:cNvPr id="4" name="Picture 3">
            <a:extLst>
              <a:ext uri="{FF2B5EF4-FFF2-40B4-BE49-F238E27FC236}">
                <a16:creationId xmlns:a16="http://schemas.microsoft.com/office/drawing/2014/main" id="{63E57735-0177-D64E-B209-4CE605B36724}"/>
              </a:ext>
            </a:extLst>
          </p:cNvPr>
          <p:cNvPicPr>
            <a:picLocks noChangeAspect="1"/>
          </p:cNvPicPr>
          <p:nvPr/>
        </p:nvPicPr>
        <p:blipFill>
          <a:blip r:embed="rId5"/>
          <a:stretch>
            <a:fillRect/>
          </a:stretch>
        </p:blipFill>
        <p:spPr>
          <a:xfrm>
            <a:off x="245953" y="1301750"/>
            <a:ext cx="11760200" cy="4254500"/>
          </a:xfrm>
          <a:prstGeom prst="rect">
            <a:avLst/>
          </a:prstGeom>
        </p:spPr>
      </p:pic>
      <p:sp>
        <p:nvSpPr>
          <p:cNvPr id="11" name="TextBox 10">
            <a:extLst>
              <a:ext uri="{FF2B5EF4-FFF2-40B4-BE49-F238E27FC236}">
                <a16:creationId xmlns:a16="http://schemas.microsoft.com/office/drawing/2014/main" id="{4AD6DF2C-F68E-D042-8A66-656AD091AC9D}"/>
              </a:ext>
            </a:extLst>
          </p:cNvPr>
          <p:cNvSpPr txBox="1"/>
          <p:nvPr/>
        </p:nvSpPr>
        <p:spPr>
          <a:xfrm>
            <a:off x="4261793" y="3823596"/>
            <a:ext cx="2548890" cy="954107"/>
          </a:xfrm>
          <a:prstGeom prst="rect">
            <a:avLst/>
          </a:prstGeom>
          <a:noFill/>
        </p:spPr>
        <p:txBody>
          <a:bodyPr wrap="square" rtlCol="0">
            <a:spAutoFit/>
          </a:bodyPr>
          <a:lstStyle/>
          <a:p>
            <a:r>
              <a:rPr lang="en-US" sz="1400" dirty="0"/>
              <a:t>21. If entry is approved and fully implemented, tick “Implemented” and click “Relocate to Section”.</a:t>
            </a:r>
          </a:p>
        </p:txBody>
      </p:sp>
      <p:cxnSp>
        <p:nvCxnSpPr>
          <p:cNvPr id="13" name="Straight Arrow Connector 12">
            <a:extLst>
              <a:ext uri="{FF2B5EF4-FFF2-40B4-BE49-F238E27FC236}">
                <a16:creationId xmlns:a16="http://schemas.microsoft.com/office/drawing/2014/main" id="{17110E62-1B7E-9348-B6EC-6215D087277C}"/>
              </a:ext>
            </a:extLst>
          </p:cNvPr>
          <p:cNvCxnSpPr/>
          <p:nvPr/>
        </p:nvCxnSpPr>
        <p:spPr>
          <a:xfrm>
            <a:off x="6810683" y="4300649"/>
            <a:ext cx="1485419"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E74520A-0653-954B-A98F-B17DF3D55466}"/>
              </a:ext>
            </a:extLst>
          </p:cNvPr>
          <p:cNvSpPr/>
          <p:nvPr/>
        </p:nvSpPr>
        <p:spPr>
          <a:xfrm>
            <a:off x="8994371" y="4777703"/>
            <a:ext cx="1379913" cy="542442"/>
          </a:xfrm>
          <a:prstGeom prst="rect">
            <a:avLst/>
          </a:prstGeom>
          <a:noFill/>
          <a:ln w="25400">
            <a:solidFill>
              <a:srgbClr val="004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M Slide 36 Closing Out an Entry.m4a" descr="CM Slide 36 Closing Out an Entry.m4a">
            <a:hlinkClick r:id="" action="ppaction://media"/>
            <a:extLst>
              <a:ext uri="{FF2B5EF4-FFF2-40B4-BE49-F238E27FC236}">
                <a16:creationId xmlns:a16="http://schemas.microsoft.com/office/drawing/2014/main" id="{3209BDEB-6197-4D46-93DE-F27546558B9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726112"/>
            <a:ext cx="812800" cy="812800"/>
          </a:xfrm>
          <a:prstGeom prst="rect">
            <a:avLst/>
          </a:prstGeom>
        </p:spPr>
      </p:pic>
    </p:spTree>
    <p:extLst>
      <p:ext uri="{BB962C8B-B14F-4D97-AF65-F5344CB8AC3E}">
        <p14:creationId xmlns:p14="http://schemas.microsoft.com/office/powerpoint/2010/main" val="167265076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344" fill="hold"/>
                                        <p:tgtEl>
                                          <p:spTgt spid="2"/>
                                        </p:tgtEl>
                                      </p:cBhvr>
                                    </p:cmd>
                                  </p:childTnLst>
                                </p:cTn>
                              </p:par>
                              <p:par>
                                <p:cTn id="7" presetID="18" presetClass="entr" presetSubtype="12" fill="hold" nodeType="withEffect">
                                  <p:stCondLst>
                                    <p:cond delay="1000"/>
                                  </p:stCondLst>
                                  <p:childTnLst>
                                    <p:set>
                                      <p:cBhvr>
                                        <p:cTn id="8" dur="1" fill="hold">
                                          <p:stCondLst>
                                            <p:cond delay="0"/>
                                          </p:stCondLst>
                                        </p:cTn>
                                        <p:tgtEl>
                                          <p:spTgt spid="4"/>
                                        </p:tgtEl>
                                        <p:attrNameLst>
                                          <p:attrName>style.visibility</p:attrName>
                                        </p:attrNameLst>
                                      </p:cBhvr>
                                      <p:to>
                                        <p:strVal val="visible"/>
                                      </p:to>
                                    </p:set>
                                    <p:animEffect transition="in" filter="strips(downLeft)">
                                      <p:cBhvr>
                                        <p:cTn id="9" dur="500"/>
                                        <p:tgtEl>
                                          <p:spTgt spid="4"/>
                                        </p:tgtEl>
                                      </p:cBhvr>
                                    </p:animEffect>
                                  </p:childTnLst>
                                </p:cTn>
                              </p:par>
                              <p:par>
                                <p:cTn id="10" presetID="1" presetClass="entr" presetSubtype="0" fill="hold" grpId="0" nodeType="withEffect">
                                  <p:stCondLst>
                                    <p:cond delay="500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5000"/>
                                  </p:stCondLst>
                                  <p:childTnLst>
                                    <p:set>
                                      <p:cBhvr>
                                        <p:cTn id="13"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500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6" fill="hold" display="0">
                  <p:stCondLst>
                    <p:cond delay="indefinite"/>
                  </p:stCondLst>
                  <p:endCondLst>
                    <p:cond evt="onStopAudio" delay="0">
                      <p:tgtEl>
                        <p:sldTgt/>
                      </p:tgtEl>
                    </p:cond>
                  </p:endCondLst>
                </p:cTn>
                <p:tgtEl>
                  <p:spTgt spid="2"/>
                </p:tgtEl>
              </p:cMediaNode>
            </p:audio>
          </p:childTnLst>
        </p:cTn>
      </p:par>
    </p:tnLst>
    <p:bldLst>
      <p:bldP spid="11" grpId="0"/>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37</a:t>
            </a:fld>
            <a:endParaRPr lang="en-US"/>
          </a:p>
        </p:txBody>
      </p:sp>
      <p:sp>
        <p:nvSpPr>
          <p:cNvPr id="6" name="Title 3">
            <a:extLst>
              <a:ext uri="{FF2B5EF4-FFF2-40B4-BE49-F238E27FC236}">
                <a16:creationId xmlns:a16="http://schemas.microsoft.com/office/drawing/2014/main" id="{E6EB2879-22B1-174D-B1B1-8534C4012F69}"/>
              </a:ext>
            </a:extLst>
          </p:cNvPr>
          <p:cNvSpPr>
            <a:spLocks noGrp="1"/>
          </p:cNvSpPr>
          <p:nvPr>
            <p:ph type="title"/>
          </p:nvPr>
        </p:nvSpPr>
        <p:spPr>
          <a:xfrm>
            <a:off x="213014" y="758283"/>
            <a:ext cx="3278332" cy="635498"/>
          </a:xfrm>
        </p:spPr>
        <p:txBody>
          <a:bodyPr>
            <a:normAutofit fontScale="90000"/>
          </a:bodyPr>
          <a:lstStyle/>
          <a:p>
            <a:r>
              <a:rPr lang="en-US" dirty="0">
                <a:solidFill>
                  <a:schemeClr val="accent5"/>
                </a:solidFill>
                <a:latin typeface="Calibri" panose="020F0502020204030204" pitchFamily="34" charset="0"/>
                <a:cs typeface="Calibri" panose="020F0502020204030204" pitchFamily="34" charset="0"/>
              </a:rPr>
              <a:t>Other Functions</a:t>
            </a:r>
          </a:p>
        </p:txBody>
      </p:sp>
      <p:pic>
        <p:nvPicPr>
          <p:cNvPr id="2" name="Picture 1">
            <a:extLst>
              <a:ext uri="{FF2B5EF4-FFF2-40B4-BE49-F238E27FC236}">
                <a16:creationId xmlns:a16="http://schemas.microsoft.com/office/drawing/2014/main" id="{6F4CCD76-64AA-054F-80DF-D82741FB2105}"/>
              </a:ext>
            </a:extLst>
          </p:cNvPr>
          <p:cNvPicPr>
            <a:picLocks noChangeAspect="1"/>
          </p:cNvPicPr>
          <p:nvPr/>
        </p:nvPicPr>
        <p:blipFill>
          <a:blip r:embed="rId5"/>
          <a:stretch>
            <a:fillRect/>
          </a:stretch>
        </p:blipFill>
        <p:spPr>
          <a:xfrm>
            <a:off x="374650" y="2660650"/>
            <a:ext cx="11442700" cy="1536700"/>
          </a:xfrm>
          <a:prstGeom prst="rect">
            <a:avLst/>
          </a:prstGeom>
        </p:spPr>
      </p:pic>
      <p:sp>
        <p:nvSpPr>
          <p:cNvPr id="8" name="Rectangle 7">
            <a:extLst>
              <a:ext uri="{FF2B5EF4-FFF2-40B4-BE49-F238E27FC236}">
                <a16:creationId xmlns:a16="http://schemas.microsoft.com/office/drawing/2014/main" id="{DBDC3426-9DD0-F34B-A774-17BED2F609C8}"/>
              </a:ext>
            </a:extLst>
          </p:cNvPr>
          <p:cNvSpPr/>
          <p:nvPr/>
        </p:nvSpPr>
        <p:spPr>
          <a:xfrm>
            <a:off x="374650" y="1611717"/>
            <a:ext cx="2060042" cy="276999"/>
          </a:xfrm>
          <a:prstGeom prst="rect">
            <a:avLst/>
          </a:prstGeom>
          <a:solidFill>
            <a:schemeClr val="accent1"/>
          </a:solidFill>
        </p:spPr>
        <p:txBody>
          <a:bodyPr wrap="square">
            <a:spAutoFit/>
          </a:bodyPr>
          <a:lstStyle/>
          <a:p>
            <a:pPr>
              <a:lnSpc>
                <a:spcPct val="100000"/>
              </a:lnSpc>
              <a:spcBef>
                <a:spcPct val="0"/>
              </a:spcBef>
              <a:buNone/>
            </a:pPr>
            <a:r>
              <a:rPr lang="en-US" altLang="en-US" sz="1200" b="1" dirty="0">
                <a:solidFill>
                  <a:schemeClr val="bg1"/>
                </a:solidFill>
                <a:latin typeface="Calibri" panose="020F0502020204030204" pitchFamily="34" charset="0"/>
                <a:cs typeface="Calibri" panose="020F0502020204030204" pitchFamily="34" charset="0"/>
              </a:rPr>
              <a:t>Reporting</a:t>
            </a:r>
          </a:p>
        </p:txBody>
      </p:sp>
      <p:sp>
        <p:nvSpPr>
          <p:cNvPr id="4" name="Line Callout 1 3">
            <a:extLst>
              <a:ext uri="{FF2B5EF4-FFF2-40B4-BE49-F238E27FC236}">
                <a16:creationId xmlns:a16="http://schemas.microsoft.com/office/drawing/2014/main" id="{D50BCA22-B6AE-534E-AC2D-C85433C93D77}"/>
              </a:ext>
            </a:extLst>
          </p:cNvPr>
          <p:cNvSpPr/>
          <p:nvPr/>
        </p:nvSpPr>
        <p:spPr>
          <a:xfrm>
            <a:off x="6391102" y="1342405"/>
            <a:ext cx="4106487" cy="1317567"/>
          </a:xfrm>
          <a:prstGeom prst="borderCallout1">
            <a:avLst>
              <a:gd name="adj1" fmla="val 50295"/>
              <a:gd name="adj2" fmla="val -235"/>
              <a:gd name="adj3" fmla="val 162973"/>
              <a:gd name="adj4" fmla="val -37118"/>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Generates a snapshot of the selected Narratives in the active Dashboard. You will receive the report in .</a:t>
            </a:r>
            <a:r>
              <a:rPr lang="en-US" sz="1600" dirty="0" err="1">
                <a:solidFill>
                  <a:schemeClr val="tx1"/>
                </a:solidFill>
              </a:rPr>
              <a:t>xls</a:t>
            </a:r>
            <a:r>
              <a:rPr lang="en-US" sz="1600" dirty="0">
                <a:solidFill>
                  <a:schemeClr val="tx1"/>
                </a:solidFill>
              </a:rPr>
              <a:t> format via email.</a:t>
            </a:r>
          </a:p>
        </p:txBody>
      </p:sp>
      <p:sp>
        <p:nvSpPr>
          <p:cNvPr id="9" name="Line Callout 1 8">
            <a:extLst>
              <a:ext uri="{FF2B5EF4-FFF2-40B4-BE49-F238E27FC236}">
                <a16:creationId xmlns:a16="http://schemas.microsoft.com/office/drawing/2014/main" id="{77D81748-2613-A545-B1CD-04D0C933234D}"/>
              </a:ext>
            </a:extLst>
          </p:cNvPr>
          <p:cNvSpPr/>
          <p:nvPr/>
        </p:nvSpPr>
        <p:spPr>
          <a:xfrm>
            <a:off x="5264727" y="4694076"/>
            <a:ext cx="1895302" cy="1540284"/>
          </a:xfrm>
          <a:prstGeom prst="borderCallout1">
            <a:avLst>
              <a:gd name="adj1" fmla="val -61124"/>
              <a:gd name="adj2" fmla="val -32894"/>
              <a:gd name="adj3" fmla="val 54213"/>
              <a:gd name="adj4" fmla="val -614"/>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Receive via email a pdf-formatted snapshot report of the Dashboard’s contents</a:t>
            </a:r>
          </a:p>
        </p:txBody>
      </p:sp>
      <p:sp>
        <p:nvSpPr>
          <p:cNvPr id="11" name="Line Callout 1 10">
            <a:extLst>
              <a:ext uri="{FF2B5EF4-FFF2-40B4-BE49-F238E27FC236}">
                <a16:creationId xmlns:a16="http://schemas.microsoft.com/office/drawing/2014/main" id="{7916AB85-0C8B-F845-BD12-D5E0A3DC9795}"/>
              </a:ext>
            </a:extLst>
          </p:cNvPr>
          <p:cNvSpPr/>
          <p:nvPr/>
        </p:nvSpPr>
        <p:spPr>
          <a:xfrm>
            <a:off x="7398327" y="3657600"/>
            <a:ext cx="4045528" cy="539750"/>
          </a:xfrm>
          <a:prstGeom prst="borderCallout1">
            <a:avLst>
              <a:gd name="adj1" fmla="val 52632"/>
              <a:gd name="adj2" fmla="val -114"/>
              <a:gd name="adj3" fmla="val 1612"/>
              <a:gd name="adj4" fmla="val -55182"/>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For viewing recent History report</a:t>
            </a:r>
          </a:p>
        </p:txBody>
      </p:sp>
      <p:pic>
        <p:nvPicPr>
          <p:cNvPr id="3" name="CM Slide 37 Other Functions.m4a" descr="CM Slide 37 Other Functions.m4a">
            <a:hlinkClick r:id="" action="ppaction://media"/>
            <a:extLst>
              <a:ext uri="{FF2B5EF4-FFF2-40B4-BE49-F238E27FC236}">
                <a16:creationId xmlns:a16="http://schemas.microsoft.com/office/drawing/2014/main" id="{C3B2F32A-C033-C546-8E80-87FE397214F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037455" y="5565402"/>
            <a:ext cx="812800" cy="812800"/>
          </a:xfrm>
          <a:prstGeom prst="rect">
            <a:avLst/>
          </a:prstGeom>
        </p:spPr>
      </p:pic>
    </p:spTree>
    <p:extLst>
      <p:ext uri="{BB962C8B-B14F-4D97-AF65-F5344CB8AC3E}">
        <p14:creationId xmlns:p14="http://schemas.microsoft.com/office/powerpoint/2010/main" val="428128024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391" fill="hold"/>
                                        <p:tgtEl>
                                          <p:spTgt spid="3"/>
                                        </p:tgtEl>
                                      </p:cBhvr>
                                    </p:cmd>
                                  </p:childTnLst>
                                </p:cTn>
                              </p:par>
                              <p:par>
                                <p:cTn id="7" presetID="18" presetClass="entr" presetSubtype="12" fill="hold" nodeType="withEffect">
                                  <p:stCondLst>
                                    <p:cond delay="1000"/>
                                  </p:stCondLst>
                                  <p:childTnLst>
                                    <p:set>
                                      <p:cBhvr>
                                        <p:cTn id="8" dur="1" fill="hold">
                                          <p:stCondLst>
                                            <p:cond delay="0"/>
                                          </p:stCondLst>
                                        </p:cTn>
                                        <p:tgtEl>
                                          <p:spTgt spid="2"/>
                                        </p:tgtEl>
                                        <p:attrNameLst>
                                          <p:attrName>style.visibility</p:attrName>
                                        </p:attrNameLst>
                                      </p:cBhvr>
                                      <p:to>
                                        <p:strVal val="visible"/>
                                      </p:to>
                                    </p:set>
                                    <p:animEffect transition="in" filter="strips(downLeft)">
                                      <p:cBhvr>
                                        <p:cTn id="9" dur="500"/>
                                        <p:tgtEl>
                                          <p:spTgt spid="2"/>
                                        </p:tgtEl>
                                      </p:cBhvr>
                                    </p:animEffect>
                                  </p:childTnLst>
                                </p:cTn>
                              </p:par>
                              <p:par>
                                <p:cTn id="10" presetID="3" presetClass="entr" presetSubtype="10" fill="hold" grpId="0" nodeType="withEffect">
                                  <p:stCondLst>
                                    <p:cond delay="700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1400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2000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9" fill="hold" display="0">
                  <p:stCondLst>
                    <p:cond delay="indefinite"/>
                  </p:stCondLst>
                  <p:endCondLst>
                    <p:cond evt="onStopAudio" delay="0">
                      <p:tgtEl>
                        <p:sldTgt/>
                      </p:tgtEl>
                    </p:cond>
                  </p:endCondLst>
                </p:cTn>
                <p:tgtEl>
                  <p:spTgt spid="3"/>
                </p:tgtEl>
              </p:cMediaNode>
            </p:audio>
          </p:childTnLst>
        </p:cTn>
      </p:par>
    </p:tnLst>
    <p:bldLst>
      <p:bldP spid="4" grpId="0" animBg="1"/>
      <p:bldP spid="9"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38</a:t>
            </a:fld>
            <a:endParaRPr lang="en-US"/>
          </a:p>
        </p:txBody>
      </p:sp>
      <p:sp>
        <p:nvSpPr>
          <p:cNvPr id="6" name="Title 1">
            <a:extLst>
              <a:ext uri="{FF2B5EF4-FFF2-40B4-BE49-F238E27FC236}">
                <a16:creationId xmlns:a16="http://schemas.microsoft.com/office/drawing/2014/main" id="{06146441-73E5-034B-81D4-FE133629F90D}"/>
              </a:ext>
            </a:extLst>
          </p:cNvPr>
          <p:cNvSpPr>
            <a:spLocks noGrp="1"/>
          </p:cNvSpPr>
          <p:nvPr>
            <p:ph type="title"/>
          </p:nvPr>
        </p:nvSpPr>
        <p:spPr>
          <a:xfrm>
            <a:off x="179763" y="710610"/>
            <a:ext cx="2580063" cy="736798"/>
          </a:xfrm>
        </p:spPr>
        <p:txBody>
          <a:bodyPr/>
          <a:lstStyle/>
          <a:p>
            <a:r>
              <a:rPr lang="en-US" dirty="0">
                <a:solidFill>
                  <a:schemeClr val="accent5"/>
                </a:solidFill>
              </a:rPr>
              <a:t>References</a:t>
            </a:r>
          </a:p>
        </p:txBody>
      </p:sp>
      <p:pic>
        <p:nvPicPr>
          <p:cNvPr id="7" name="Picture 6">
            <a:extLst>
              <a:ext uri="{FF2B5EF4-FFF2-40B4-BE49-F238E27FC236}">
                <a16:creationId xmlns:a16="http://schemas.microsoft.com/office/drawing/2014/main" id="{AE4222D2-D05E-7A40-BD56-3A9C31DFEC2C}"/>
              </a:ext>
            </a:extLst>
          </p:cNvPr>
          <p:cNvPicPr>
            <a:picLocks noChangeAspect="1"/>
          </p:cNvPicPr>
          <p:nvPr/>
        </p:nvPicPr>
        <p:blipFill>
          <a:blip r:embed="rId5"/>
          <a:stretch>
            <a:fillRect/>
          </a:stretch>
        </p:blipFill>
        <p:spPr>
          <a:xfrm>
            <a:off x="297524" y="2087991"/>
            <a:ext cx="11596952" cy="4005597"/>
          </a:xfrm>
          <a:prstGeom prst="rect">
            <a:avLst/>
          </a:prstGeom>
        </p:spPr>
      </p:pic>
      <p:sp>
        <p:nvSpPr>
          <p:cNvPr id="8" name="TextBox 7">
            <a:extLst>
              <a:ext uri="{FF2B5EF4-FFF2-40B4-BE49-F238E27FC236}">
                <a16:creationId xmlns:a16="http://schemas.microsoft.com/office/drawing/2014/main" id="{C7A60C66-A1BB-B34E-BD75-40708A42E105}"/>
              </a:ext>
            </a:extLst>
          </p:cNvPr>
          <p:cNvSpPr txBox="1"/>
          <p:nvPr/>
        </p:nvSpPr>
        <p:spPr>
          <a:xfrm>
            <a:off x="4654547" y="1507997"/>
            <a:ext cx="2882905" cy="369332"/>
          </a:xfrm>
          <a:prstGeom prst="rect">
            <a:avLst/>
          </a:prstGeom>
          <a:noFill/>
        </p:spPr>
        <p:txBody>
          <a:bodyPr wrap="none" rtlCol="0">
            <a:spAutoFit/>
          </a:bodyPr>
          <a:lstStyle/>
          <a:p>
            <a:r>
              <a:rPr lang="en-US" dirty="0"/>
              <a:t>RISC Management Scorecard</a:t>
            </a:r>
          </a:p>
        </p:txBody>
      </p:sp>
      <p:pic>
        <p:nvPicPr>
          <p:cNvPr id="2" name="CM Slide 38 RISC.m4a" descr="CM Slide 38 RISC.m4a">
            <a:hlinkClick r:id="" action="ppaction://media"/>
            <a:extLst>
              <a:ext uri="{FF2B5EF4-FFF2-40B4-BE49-F238E27FC236}">
                <a16:creationId xmlns:a16="http://schemas.microsoft.com/office/drawing/2014/main" id="{EBAB36CB-1B11-4B40-A287-11A66845D99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47400" y="679909"/>
            <a:ext cx="812800" cy="812800"/>
          </a:xfrm>
          <a:prstGeom prst="rect">
            <a:avLst/>
          </a:prstGeom>
        </p:spPr>
      </p:pic>
    </p:spTree>
    <p:extLst>
      <p:ext uri="{BB962C8B-B14F-4D97-AF65-F5344CB8AC3E}">
        <p14:creationId xmlns:p14="http://schemas.microsoft.com/office/powerpoint/2010/main" val="1855595249"/>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75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39</a:t>
            </a:fld>
            <a:endParaRPr lang="en-US"/>
          </a:p>
        </p:txBody>
      </p:sp>
      <p:sp>
        <p:nvSpPr>
          <p:cNvPr id="6" name="Title 1">
            <a:extLst>
              <a:ext uri="{FF2B5EF4-FFF2-40B4-BE49-F238E27FC236}">
                <a16:creationId xmlns:a16="http://schemas.microsoft.com/office/drawing/2014/main" id="{008EA41F-26E5-B34E-93E3-EB093A31CF56}"/>
              </a:ext>
            </a:extLst>
          </p:cNvPr>
          <p:cNvSpPr>
            <a:spLocks noGrp="1"/>
          </p:cNvSpPr>
          <p:nvPr>
            <p:ph type="title"/>
          </p:nvPr>
        </p:nvSpPr>
        <p:spPr>
          <a:xfrm>
            <a:off x="628650" y="365126"/>
            <a:ext cx="7886700" cy="1201397"/>
          </a:xfrm>
        </p:spPr>
        <p:txBody>
          <a:bodyPr/>
          <a:lstStyle/>
          <a:p>
            <a:r>
              <a:rPr lang="en-US" dirty="0">
                <a:solidFill>
                  <a:schemeClr val="accent5"/>
                </a:solidFill>
              </a:rPr>
              <a:t>References</a:t>
            </a:r>
          </a:p>
        </p:txBody>
      </p:sp>
      <p:sp>
        <p:nvSpPr>
          <p:cNvPr id="7" name="TextBox 6">
            <a:extLst>
              <a:ext uri="{FF2B5EF4-FFF2-40B4-BE49-F238E27FC236}">
                <a16:creationId xmlns:a16="http://schemas.microsoft.com/office/drawing/2014/main" id="{2F80487B-5BC8-744D-9997-EBF27532DB10}"/>
              </a:ext>
            </a:extLst>
          </p:cNvPr>
          <p:cNvSpPr txBox="1"/>
          <p:nvPr/>
        </p:nvSpPr>
        <p:spPr>
          <a:xfrm>
            <a:off x="530143" y="1739517"/>
            <a:ext cx="11131714" cy="3785652"/>
          </a:xfrm>
          <a:prstGeom prst="rect">
            <a:avLst/>
          </a:prstGeom>
          <a:noFill/>
        </p:spPr>
        <p:txBody>
          <a:bodyPr wrap="square" rtlCol="0">
            <a:spAutoFit/>
          </a:bodyPr>
          <a:lstStyle/>
          <a:p>
            <a:pPr algn="ctr"/>
            <a:r>
              <a:rPr lang="en-US" sz="1200" b="1" dirty="0"/>
              <a:t>KCO 716: WORK SCOPE CHANGES</a:t>
            </a:r>
          </a:p>
          <a:p>
            <a:endParaRPr lang="en-US" sz="1200" dirty="0"/>
          </a:p>
          <a:p>
            <a:endParaRPr lang="en-US" sz="1200" dirty="0"/>
          </a:p>
          <a:p>
            <a:r>
              <a:rPr lang="en-US" sz="1200" dirty="0"/>
              <a:t>Ensure delivery work scope and process changes are properly logged, tracked, approved prior to implementation in accordance to the change management process and/or the local work scope changes process. Ensure that changes impacting MOR requirements/current status led to updating the MOR to reflect the changes. Ensure ICAs is updated, if impacted by the change. As well ensure that Delivery Process Documentation, SODs, CPs are in place prior to implementing the change. Ensure that ERO and DPRC requirements are properly assessed and adhered to.</a:t>
            </a:r>
          </a:p>
          <a:p>
            <a:endParaRPr lang="en-US" sz="1200" b="1" dirty="0"/>
          </a:p>
          <a:p>
            <a:r>
              <a:rPr lang="en-US" sz="1200" b="1" dirty="0"/>
              <a:t>KCO 716 Attributes:</a:t>
            </a:r>
          </a:p>
          <a:p>
            <a:r>
              <a:rPr lang="en-US" sz="1200" dirty="0"/>
              <a:t>716a. Logged and tracked </a:t>
            </a:r>
          </a:p>
          <a:p>
            <a:r>
              <a:rPr lang="en-US" sz="1200" dirty="0"/>
              <a:t>716b. Approved </a:t>
            </a:r>
          </a:p>
          <a:p>
            <a:r>
              <a:rPr lang="en-US" sz="1200" dirty="0"/>
              <a:t>716c. Validate DOU/Matrix of responsibilities and ICAs Exist</a:t>
            </a:r>
          </a:p>
          <a:p>
            <a:r>
              <a:rPr lang="en-US" sz="1200" dirty="0"/>
              <a:t>716d. Validate Delivery Process Documentation</a:t>
            </a:r>
          </a:p>
          <a:p>
            <a:r>
              <a:rPr lang="en-US" sz="1200" dirty="0"/>
              <a:t>716e. Validate Data protection Regulation applicability and subsequent actions required per the applicability agreement.</a:t>
            </a:r>
          </a:p>
          <a:p>
            <a:r>
              <a:rPr lang="en-US" sz="1200" dirty="0"/>
              <a:t>716f. Export Regulation, Validate for the new scope of work, vendor and/or new delivery employee</a:t>
            </a:r>
          </a:p>
          <a:p>
            <a:r>
              <a:rPr lang="en-US" sz="1200" dirty="0"/>
              <a:t>716g. At year end, if there were no work scope and process changes executed during the year, tester will enter 1 sample at the end of the year with no defect that demonstrates this </a:t>
            </a:r>
          </a:p>
          <a:p>
            <a:endParaRPr lang="en-US" sz="1200" dirty="0"/>
          </a:p>
          <a:p>
            <a:endParaRPr lang="en-US" sz="1200" dirty="0"/>
          </a:p>
          <a:p>
            <a:r>
              <a:rPr lang="en-US" sz="1200" i="1" dirty="0"/>
              <a:t>For more information on KCO 716 Test Attributes and Requirements, reach out to your Account’s Business Control Focal.</a:t>
            </a:r>
          </a:p>
        </p:txBody>
      </p:sp>
      <p:pic>
        <p:nvPicPr>
          <p:cNvPr id="2" name="CM Slide 39 KCO.m4a" descr="CM Slide 39 KCO.m4a">
            <a:hlinkClick r:id="" action="ppaction://media"/>
            <a:extLst>
              <a:ext uri="{FF2B5EF4-FFF2-40B4-BE49-F238E27FC236}">
                <a16:creationId xmlns:a16="http://schemas.microsoft.com/office/drawing/2014/main" id="{442A73E8-D830-304E-83D7-7E268707C2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071069" y="5543550"/>
            <a:ext cx="812800" cy="812800"/>
          </a:xfrm>
          <a:prstGeom prst="rect">
            <a:avLst/>
          </a:prstGeom>
        </p:spPr>
      </p:pic>
    </p:spTree>
    <p:extLst>
      <p:ext uri="{BB962C8B-B14F-4D97-AF65-F5344CB8AC3E}">
        <p14:creationId xmlns:p14="http://schemas.microsoft.com/office/powerpoint/2010/main" val="246918853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88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40</a:t>
            </a:fld>
            <a:endParaRPr lang="en-US"/>
          </a:p>
        </p:txBody>
      </p:sp>
      <p:sp>
        <p:nvSpPr>
          <p:cNvPr id="10" name="Title 1">
            <a:extLst>
              <a:ext uri="{FF2B5EF4-FFF2-40B4-BE49-F238E27FC236}">
                <a16:creationId xmlns:a16="http://schemas.microsoft.com/office/drawing/2014/main" id="{D47AEEC3-C1A9-F747-82C4-64DB784512A9}"/>
              </a:ext>
            </a:extLst>
          </p:cNvPr>
          <p:cNvSpPr>
            <a:spLocks noGrp="1"/>
          </p:cNvSpPr>
          <p:nvPr>
            <p:ph type="title"/>
          </p:nvPr>
        </p:nvSpPr>
        <p:spPr>
          <a:xfrm>
            <a:off x="1771650" y="398231"/>
            <a:ext cx="9582150" cy="1325563"/>
          </a:xfrm>
        </p:spPr>
        <p:txBody>
          <a:bodyPr/>
          <a:lstStyle/>
          <a:p>
            <a:r>
              <a:rPr lang="en-US" b="1" dirty="0"/>
              <a:t>QMS Chatbot</a:t>
            </a:r>
          </a:p>
        </p:txBody>
      </p:sp>
      <p:sp>
        <p:nvSpPr>
          <p:cNvPr id="12" name="Content Placeholder 4">
            <a:extLst>
              <a:ext uri="{FF2B5EF4-FFF2-40B4-BE49-F238E27FC236}">
                <a16:creationId xmlns:a16="http://schemas.microsoft.com/office/drawing/2014/main" id="{6AC77B9D-9639-BB40-AC9A-A953CCAB2592}"/>
              </a:ext>
            </a:extLst>
          </p:cNvPr>
          <p:cNvSpPr>
            <a:spLocks noGrp="1"/>
          </p:cNvSpPr>
          <p:nvPr>
            <p:ph idx="1"/>
          </p:nvPr>
        </p:nvSpPr>
        <p:spPr>
          <a:xfrm>
            <a:off x="1771650" y="1914525"/>
            <a:ext cx="8425199" cy="4340158"/>
          </a:xfrm>
        </p:spPr>
        <p:txBody>
          <a:bodyPr>
            <a:noAutofit/>
          </a:bodyPr>
          <a:lstStyle/>
          <a:p>
            <a:pPr marL="0" indent="0">
              <a:buNone/>
            </a:pPr>
            <a:r>
              <a:rPr lang="en-US" dirty="0">
                <a:solidFill>
                  <a:schemeClr val="tx1"/>
                </a:solidFill>
              </a:rPr>
              <a:t>Please use the QMS Chatbot for FAQs on the following:</a:t>
            </a:r>
          </a:p>
          <a:p>
            <a:endParaRPr lang="en-US" dirty="0">
              <a:solidFill>
                <a:schemeClr val="tx1"/>
              </a:solidFill>
            </a:endParaRPr>
          </a:p>
          <a:p>
            <a:pPr marL="285750" indent="-285750">
              <a:buFont typeface="Wingdings" pitchFamily="2" charset="2"/>
              <a:buChar char="Ø"/>
            </a:pPr>
            <a:r>
              <a:rPr lang="en-US" dirty="0">
                <a:solidFill>
                  <a:schemeClr val="tx1"/>
                </a:solidFill>
              </a:rPr>
              <a:t>Access requests for QMS Tools</a:t>
            </a:r>
            <a:r>
              <a:rPr lang="en-US" dirty="0">
                <a:solidFill>
                  <a:schemeClr val="tx1"/>
                </a:solidFill>
                <a:sym typeface="Wingdings" pitchFamily="2" charset="2"/>
              </a:rPr>
              <a:t> (MDC Percolator, QMX)</a:t>
            </a:r>
          </a:p>
          <a:p>
            <a:pPr marL="285750" indent="-285750">
              <a:buFont typeface="Wingdings" pitchFamily="2" charset="2"/>
              <a:buChar char="Ø"/>
            </a:pPr>
            <a:r>
              <a:rPr lang="en-US" dirty="0">
                <a:solidFill>
                  <a:schemeClr val="tx1"/>
                </a:solidFill>
                <a:sym typeface="Wingdings" pitchFamily="2" charset="2"/>
              </a:rPr>
              <a:t>QMS Policies</a:t>
            </a:r>
          </a:p>
          <a:p>
            <a:pPr marL="285750" indent="-285750">
              <a:buFont typeface="Wingdings" pitchFamily="2" charset="2"/>
              <a:buChar char="Ø"/>
            </a:pPr>
            <a:r>
              <a:rPr lang="en-US" dirty="0">
                <a:solidFill>
                  <a:schemeClr val="tx1"/>
                </a:solidFill>
                <a:sym typeface="Wingdings" pitchFamily="2" charset="2"/>
              </a:rPr>
              <a:t>QMS Training</a:t>
            </a:r>
          </a:p>
          <a:p>
            <a:pPr marL="285750" indent="-285750">
              <a:buFont typeface="Wingdings" pitchFamily="2" charset="2"/>
              <a:buChar char="Ø"/>
            </a:pPr>
            <a:r>
              <a:rPr lang="en-US" dirty="0">
                <a:solidFill>
                  <a:schemeClr val="tx1"/>
                </a:solidFill>
                <a:sym typeface="Wingdings" pitchFamily="2" charset="2"/>
              </a:rPr>
              <a:t>SOC 1</a:t>
            </a:r>
          </a:p>
          <a:p>
            <a:pPr marL="0" indent="0">
              <a:buNone/>
            </a:pPr>
            <a:endParaRPr lang="en-US" dirty="0">
              <a:solidFill>
                <a:schemeClr val="tx1"/>
              </a:solidFill>
              <a:sym typeface="Wingdings" pitchFamily="2" charset="2"/>
            </a:endParaRPr>
          </a:p>
          <a:p>
            <a:r>
              <a:rPr lang="en-US" u="sng" dirty="0">
                <a:solidFill>
                  <a:schemeClr val="accent1"/>
                </a:solidFill>
                <a:sym typeface="Wingdings" pitchFamily="2" charset="2"/>
                <a:hlinkClick r:id="rId5"/>
              </a:rPr>
              <a:t>https://</a:t>
            </a:r>
            <a:r>
              <a:rPr lang="en-US" u="sng" dirty="0" err="1">
                <a:solidFill>
                  <a:schemeClr val="accent1"/>
                </a:solidFill>
                <a:sym typeface="Wingdings" pitchFamily="2" charset="2"/>
                <a:hlinkClick r:id="rId5"/>
              </a:rPr>
              <a:t>cognitiveassistant.in.edst.ibm.com</a:t>
            </a:r>
            <a:r>
              <a:rPr lang="en-US" u="sng" dirty="0">
                <a:solidFill>
                  <a:schemeClr val="accent1"/>
                </a:solidFill>
                <a:sym typeface="Wingdings" pitchFamily="2" charset="2"/>
                <a:hlinkClick r:id="rId5"/>
              </a:rPr>
              <a:t>/#/</a:t>
            </a:r>
            <a:endParaRPr lang="en-US" u="sng" dirty="0">
              <a:solidFill>
                <a:schemeClr val="accent1"/>
              </a:solidFill>
              <a:sym typeface="Wingdings" pitchFamily="2" charset="2"/>
            </a:endParaRPr>
          </a:p>
        </p:txBody>
      </p:sp>
      <p:pic>
        <p:nvPicPr>
          <p:cNvPr id="8" name="Picture 7" descr="A close up of a logo&#10;&#10;Description automatically generated">
            <a:extLst>
              <a:ext uri="{FF2B5EF4-FFF2-40B4-BE49-F238E27FC236}">
                <a16:creationId xmlns:a16="http://schemas.microsoft.com/office/drawing/2014/main" id="{267DB3D3-F179-664B-BAA0-F644167A6953}"/>
              </a:ext>
            </a:extLst>
          </p:cNvPr>
          <p:cNvPicPr>
            <a:picLocks noChangeAspect="1"/>
          </p:cNvPicPr>
          <p:nvPr/>
        </p:nvPicPr>
        <p:blipFill>
          <a:blip r:embed="rId6"/>
          <a:stretch>
            <a:fillRect/>
          </a:stretch>
        </p:blipFill>
        <p:spPr>
          <a:xfrm>
            <a:off x="9766300" y="207500"/>
            <a:ext cx="2032000" cy="1651000"/>
          </a:xfrm>
          <a:prstGeom prst="rect">
            <a:avLst/>
          </a:prstGeom>
        </p:spPr>
      </p:pic>
      <p:pic>
        <p:nvPicPr>
          <p:cNvPr id="4" name="Picture 3" descr="Icon&#10;&#10;Description automatically generated">
            <a:extLst>
              <a:ext uri="{FF2B5EF4-FFF2-40B4-BE49-F238E27FC236}">
                <a16:creationId xmlns:a16="http://schemas.microsoft.com/office/drawing/2014/main" id="{1603E834-629A-604A-B5E4-DFA11C7318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58300" y="3185650"/>
            <a:ext cx="2933700" cy="3637492"/>
          </a:xfrm>
          <a:prstGeom prst="rect">
            <a:avLst/>
          </a:prstGeom>
        </p:spPr>
      </p:pic>
      <p:pic>
        <p:nvPicPr>
          <p:cNvPr id="7" name="Picture 6" descr="Diagram&#10;&#10;Description automatically generated">
            <a:extLst>
              <a:ext uri="{FF2B5EF4-FFF2-40B4-BE49-F238E27FC236}">
                <a16:creationId xmlns:a16="http://schemas.microsoft.com/office/drawing/2014/main" id="{1ED954AE-1DCE-D148-9F6D-B9E00E916C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82200" y="5138932"/>
            <a:ext cx="1028700" cy="781518"/>
          </a:xfrm>
          <a:prstGeom prst="rect">
            <a:avLst/>
          </a:prstGeom>
        </p:spPr>
      </p:pic>
      <p:pic>
        <p:nvPicPr>
          <p:cNvPr id="2" name="CM Slide 40 Chatbot.m4a" descr="CM Slide 40 Chatbot.m4a">
            <a:hlinkClick r:id="" action="ppaction://media"/>
            <a:extLst>
              <a:ext uri="{FF2B5EF4-FFF2-40B4-BE49-F238E27FC236}">
                <a16:creationId xmlns:a16="http://schemas.microsoft.com/office/drawing/2014/main" id="{F4C2B07F-4C16-D244-A79C-3FBC5CA5633C}"/>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131550" y="5654776"/>
            <a:ext cx="812800" cy="812800"/>
          </a:xfrm>
          <a:prstGeom prst="rect">
            <a:avLst/>
          </a:prstGeom>
        </p:spPr>
      </p:pic>
    </p:spTree>
    <p:extLst>
      <p:ext uri="{BB962C8B-B14F-4D97-AF65-F5344CB8AC3E}">
        <p14:creationId xmlns:p14="http://schemas.microsoft.com/office/powerpoint/2010/main" val="243606863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8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B598A9-98DB-4919-8118-E0FFA01B43BD}" type="slidenum">
              <a:rPr lang="en-US" smtClean="0"/>
              <a:t>41</a:t>
            </a:fld>
            <a:endParaRPr lang="en-US"/>
          </a:p>
        </p:txBody>
      </p:sp>
      <p:sp>
        <p:nvSpPr>
          <p:cNvPr id="9" name="Title 6">
            <a:extLst>
              <a:ext uri="{FF2B5EF4-FFF2-40B4-BE49-F238E27FC236}">
                <a16:creationId xmlns:a16="http://schemas.microsoft.com/office/drawing/2014/main" id="{AF924743-84D3-254A-844F-C298A847080D}"/>
              </a:ext>
            </a:extLst>
          </p:cNvPr>
          <p:cNvSpPr>
            <a:spLocks noGrp="1"/>
          </p:cNvSpPr>
          <p:nvPr>
            <p:ph type="title"/>
          </p:nvPr>
        </p:nvSpPr>
        <p:spPr>
          <a:xfrm>
            <a:off x="1304925" y="691442"/>
            <a:ext cx="9582150" cy="730589"/>
          </a:xfrm>
        </p:spPr>
        <p:txBody>
          <a:bodyPr/>
          <a:lstStyle/>
          <a:p>
            <a:pPr algn="ctr"/>
            <a:r>
              <a:rPr lang="en-US" dirty="0"/>
              <a:t>END OF TRAINING</a:t>
            </a:r>
          </a:p>
        </p:txBody>
      </p:sp>
      <p:sp>
        <p:nvSpPr>
          <p:cNvPr id="10" name="Rectangle 9">
            <a:extLst>
              <a:ext uri="{FF2B5EF4-FFF2-40B4-BE49-F238E27FC236}">
                <a16:creationId xmlns:a16="http://schemas.microsoft.com/office/drawing/2014/main" id="{C654D704-CB2F-F644-82B6-1A8A82FEBADF}"/>
              </a:ext>
            </a:extLst>
          </p:cNvPr>
          <p:cNvSpPr/>
          <p:nvPr/>
        </p:nvSpPr>
        <p:spPr>
          <a:xfrm>
            <a:off x="2196382" y="1943049"/>
            <a:ext cx="7726212" cy="1446550"/>
          </a:xfrm>
          <a:prstGeom prst="rect">
            <a:avLst/>
          </a:prstGeom>
        </p:spPr>
        <p:txBody>
          <a:bodyPr wrap="square">
            <a:spAutoFit/>
          </a:bodyPr>
          <a:lstStyle/>
          <a:p>
            <a:pPr algn="ctr" eaLnBrk="1" hangingPunct="1">
              <a:buClr>
                <a:srgbClr val="000000"/>
              </a:buClr>
              <a:buSzPct val="100000"/>
              <a:buFont typeface="Times New Roman" panose="02020603050405020304" pitchFamily="18" charset="0"/>
              <a:buNone/>
              <a:defRPr/>
            </a:pP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p>
        </p:txBody>
      </p:sp>
      <p:pic>
        <p:nvPicPr>
          <p:cNvPr id="12" name="Picture 3" descr="C:\Documents and Settings\Administrator\Local Settings\Temporary Internet Files\Content.IE5\8EZ7WKK3\MC900441498[1].png">
            <a:extLst>
              <a:ext uri="{FF2B5EF4-FFF2-40B4-BE49-F238E27FC236}">
                <a16:creationId xmlns:a16="http://schemas.microsoft.com/office/drawing/2014/main" id="{808E933B-5739-1E43-83A1-13A0F4F1B819}"/>
              </a:ext>
            </a:extLst>
          </p:cNvPr>
          <p:cNvPicPr>
            <a:picLocks noChangeAspect="1" noChangeArrowheads="1"/>
          </p:cNvPicPr>
          <p:nvPr/>
        </p:nvPicPr>
        <p:blipFill>
          <a:blip r:embed="rId5"/>
          <a:srcRect/>
          <a:stretch>
            <a:fillRect/>
          </a:stretch>
        </p:blipFill>
        <p:spPr bwMode="auto">
          <a:xfrm>
            <a:off x="5028103" y="3246211"/>
            <a:ext cx="2135794" cy="1758554"/>
          </a:xfrm>
          <a:prstGeom prst="rect">
            <a:avLst/>
          </a:prstGeom>
          <a:noFill/>
          <a:ln w="9525">
            <a:noFill/>
            <a:miter lim="800000"/>
            <a:headEnd/>
            <a:tailEnd/>
          </a:ln>
        </p:spPr>
      </p:pic>
      <p:sp>
        <p:nvSpPr>
          <p:cNvPr id="13" name="Rectangle 12">
            <a:extLst>
              <a:ext uri="{FF2B5EF4-FFF2-40B4-BE49-F238E27FC236}">
                <a16:creationId xmlns:a16="http://schemas.microsoft.com/office/drawing/2014/main" id="{AEABEC7A-B196-1444-80C6-97B47F0A1245}"/>
              </a:ext>
            </a:extLst>
          </p:cNvPr>
          <p:cNvSpPr/>
          <p:nvPr/>
        </p:nvSpPr>
        <p:spPr>
          <a:xfrm>
            <a:off x="4053472" y="5771575"/>
            <a:ext cx="4012032" cy="584775"/>
          </a:xfrm>
          <a:prstGeom prst="rect">
            <a:avLst/>
          </a:prstGeom>
        </p:spPr>
        <p:txBody>
          <a:bodyPr wrap="square">
            <a:spAutoFit/>
          </a:bodyPr>
          <a:lstStyle/>
          <a:p>
            <a:pPr algn="ctr" eaLnBrk="1" hangingPunct="1">
              <a:buClr>
                <a:srgbClr val="000000"/>
              </a:buClr>
              <a:buSzPct val="100000"/>
              <a:buFont typeface="Times New Roman" panose="02020603050405020304" pitchFamily="18" charset="0"/>
              <a:buNone/>
              <a:defRPr/>
            </a:pPr>
            <a:r>
              <a:rPr lang="en-US" sz="3200" b="1" u="sng" dirty="0">
                <a:ln w="17780" cmpd="sng">
                  <a:solidFill>
                    <a:srgbClr val="FFFFFF"/>
                  </a:solidFill>
                  <a:prstDash val="solid"/>
                  <a:miter lim="800000"/>
                </a:ln>
                <a:solidFill>
                  <a:srgbClr val="0046AD"/>
                </a:solidFill>
                <a:effectLst>
                  <a:outerShdw blurRad="50800" algn="tl" rotWithShape="0">
                    <a:srgbClr val="000000"/>
                  </a:outerShdw>
                </a:effectLst>
              </a:rPr>
              <a:t>phqms@ph.ibm.com</a:t>
            </a:r>
          </a:p>
        </p:txBody>
      </p:sp>
      <p:sp>
        <p:nvSpPr>
          <p:cNvPr id="16" name="TextBox 15">
            <a:extLst>
              <a:ext uri="{FF2B5EF4-FFF2-40B4-BE49-F238E27FC236}">
                <a16:creationId xmlns:a16="http://schemas.microsoft.com/office/drawing/2014/main" id="{CD060045-0A8E-8449-8F55-AB418B5377EF}"/>
              </a:ext>
            </a:extLst>
          </p:cNvPr>
          <p:cNvSpPr txBox="1"/>
          <p:nvPr/>
        </p:nvSpPr>
        <p:spPr>
          <a:xfrm>
            <a:off x="4504960" y="5485100"/>
            <a:ext cx="3109056" cy="369332"/>
          </a:xfrm>
          <a:prstGeom prst="rect">
            <a:avLst/>
          </a:prstGeom>
          <a:noFill/>
        </p:spPr>
        <p:txBody>
          <a:bodyPr wrap="none" rtlCol="0">
            <a:spAutoFit/>
          </a:bodyPr>
          <a:lstStyle/>
          <a:p>
            <a:r>
              <a:rPr lang="en-US" dirty="0"/>
              <a:t>Please email your questions to:</a:t>
            </a:r>
          </a:p>
        </p:txBody>
      </p:sp>
      <p:pic>
        <p:nvPicPr>
          <p:cNvPr id="2" name="CM Slide 41 End.m4a" descr="CM Slide 41 End.m4a">
            <a:hlinkClick r:id="" action="ppaction://media"/>
            <a:extLst>
              <a:ext uri="{FF2B5EF4-FFF2-40B4-BE49-F238E27FC236}">
                <a16:creationId xmlns:a16="http://schemas.microsoft.com/office/drawing/2014/main" id="{533ECF16-C684-064D-888C-509F9085F01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72019" y="5543550"/>
            <a:ext cx="812800" cy="812800"/>
          </a:xfrm>
          <a:prstGeom prst="rect">
            <a:avLst/>
          </a:prstGeom>
        </p:spPr>
      </p:pic>
    </p:spTree>
    <p:extLst>
      <p:ext uri="{BB962C8B-B14F-4D97-AF65-F5344CB8AC3E}">
        <p14:creationId xmlns:p14="http://schemas.microsoft.com/office/powerpoint/2010/main" val="28417655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0">
        <p15:prstTrans prst="prestig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896" fill="hold"/>
                                        <p:tgtEl>
                                          <p:spTgt spid="2"/>
                                        </p:tgtEl>
                                      </p:cBhvr>
                                    </p:cmd>
                                  </p:childTnLst>
                                </p:cTn>
                              </p:par>
                              <p:par>
                                <p:cTn id="7" presetID="25" presetClass="entr" presetSubtype="0" fill="hold" grpId="0" nodeType="withEffect">
                                  <p:stCondLst>
                                    <p:cond delay="3000"/>
                                  </p:stCondLst>
                                  <p:childTnLst>
                                    <p:set>
                                      <p:cBhvr>
                                        <p:cTn id="8" dur="1" fill="hold">
                                          <p:stCondLst>
                                            <p:cond delay="0"/>
                                          </p:stCondLst>
                                        </p:cTn>
                                        <p:tgtEl>
                                          <p:spTgt spid="10"/>
                                        </p:tgtEl>
                                        <p:attrNameLst>
                                          <p:attrName>style.visibility</p:attrName>
                                        </p:attrNameLst>
                                      </p:cBhvr>
                                      <p:to>
                                        <p:strVal val="visible"/>
                                      </p:to>
                                    </p:set>
                                    <p:anim calcmode="lin" valueType="num">
                                      <p:cBhvr>
                                        <p:cTn id="9"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10"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11"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12" dur="1000" fill="hold"/>
                                        <p:tgtEl>
                                          <p:spTgt spid="10"/>
                                        </p:tgtEl>
                                        <p:attrNameLst>
                                          <p:attrName>ppt_h</p:attrName>
                                        </p:attrNameLst>
                                      </p:cBhvr>
                                      <p:tavLst>
                                        <p:tav tm="0">
                                          <p:val>
                                            <p:strVal val="#ppt_h"/>
                                          </p:val>
                                        </p:tav>
                                        <p:tav tm="100000">
                                          <p:val>
                                            <p:strVal val="#ppt_h"/>
                                          </p:val>
                                        </p:tav>
                                      </p:tavLst>
                                    </p:anim>
                                    <p:anim calcmode="lin" valueType="num">
                                      <p:cBhvr>
                                        <p:cTn id="13"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14"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15"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16" dur="1000" decel="50000">
                                          <p:stCondLst>
                                            <p:cond delay="0"/>
                                          </p:stCondLst>
                                        </p:cTn>
                                        <p:tgtEl>
                                          <p:spTgt spid="10"/>
                                        </p:tgtEl>
                                      </p:cBhvr>
                                    </p:animEffect>
                                  </p:childTnLst>
                                </p:cTn>
                              </p:par>
                              <p:par>
                                <p:cTn id="17" presetID="17" presetClass="entr" presetSubtype="10" fill="hold" grpId="0" nodeType="withEffect">
                                  <p:stCondLst>
                                    <p:cond delay="300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strVal val="#ppt_h"/>
                                          </p:val>
                                        </p:tav>
                                        <p:tav tm="100000">
                                          <p:val>
                                            <p:strVal val="#ppt_h"/>
                                          </p:val>
                                        </p:tav>
                                      </p:tavLst>
                                    </p:anim>
                                  </p:childTnLst>
                                </p:cTn>
                              </p:par>
                              <p:par>
                                <p:cTn id="21" presetID="53" presetClass="entr" presetSubtype="16" fill="hold" nodeType="withEffect">
                                  <p:stCondLst>
                                    <p:cond delay="300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3" presetClass="entr" presetSubtype="10" fill="hold" grpId="0" nodeType="withEffect">
                                  <p:stCondLst>
                                    <p:cond delay="300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9" fill="hold" display="0">
                  <p:stCondLst>
                    <p:cond delay="indefinite"/>
                  </p:stCondLst>
                  <p:endCondLst>
                    <p:cond evt="onStopAudio" delay="0">
                      <p:tgtEl>
                        <p:sldTgt/>
                      </p:tgtEl>
                    </p:cond>
                  </p:endCondLst>
                </p:cTn>
                <p:tgtEl>
                  <p:spTgt spid="2"/>
                </p:tgtEl>
              </p:cMediaNode>
            </p:audio>
          </p:childTnLst>
        </p:cTn>
      </p:par>
    </p:tnLst>
    <p:bldLst>
      <p:bldP spid="10" grpId="0"/>
      <p:bldP spid="13"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3598-13EC-465F-BA14-4573520E4C23}"/>
              </a:ext>
            </a:extLst>
          </p:cNvPr>
          <p:cNvSpPr>
            <a:spLocks noGrp="1"/>
          </p:cNvSpPr>
          <p:nvPr>
            <p:ph type="title"/>
          </p:nvPr>
        </p:nvSpPr>
        <p:spPr>
          <a:xfrm>
            <a:off x="1741714" y="1223075"/>
            <a:ext cx="7886700" cy="551289"/>
          </a:xfrm>
        </p:spPr>
        <p:txBody>
          <a:bodyPr>
            <a:normAutofit fontScale="90000"/>
          </a:bodyPr>
          <a:lstStyle/>
          <a:p>
            <a:r>
              <a:rPr lang="en-PH" dirty="0"/>
              <a:t>Revision History</a:t>
            </a:r>
          </a:p>
        </p:txBody>
      </p:sp>
      <p:graphicFrame>
        <p:nvGraphicFramePr>
          <p:cNvPr id="4" name="Table 3">
            <a:extLst>
              <a:ext uri="{FF2B5EF4-FFF2-40B4-BE49-F238E27FC236}">
                <a16:creationId xmlns:a16="http://schemas.microsoft.com/office/drawing/2014/main" id="{0B8EDA9F-7F5C-451B-BC6F-4A21322BB6AC}"/>
              </a:ext>
            </a:extLst>
          </p:cNvPr>
          <p:cNvGraphicFramePr>
            <a:graphicFrameLocks noGrp="1"/>
          </p:cNvGraphicFramePr>
          <p:nvPr>
            <p:extLst>
              <p:ext uri="{D42A27DB-BD31-4B8C-83A1-F6EECF244321}">
                <p14:modId xmlns:p14="http://schemas.microsoft.com/office/powerpoint/2010/main" val="3275302874"/>
              </p:ext>
            </p:extLst>
          </p:nvPr>
        </p:nvGraphicFramePr>
        <p:xfrm>
          <a:off x="1741714" y="1806303"/>
          <a:ext cx="8647612" cy="3667760"/>
        </p:xfrm>
        <a:graphic>
          <a:graphicData uri="http://schemas.openxmlformats.org/drawingml/2006/table">
            <a:tbl>
              <a:tblPr firstRow="1" bandRow="1">
                <a:tableStyleId>{5C22544A-7EE6-4342-B048-85BDC9FD1C3A}</a:tableStyleId>
              </a:tblPr>
              <a:tblGrid>
                <a:gridCol w="1235373">
                  <a:extLst>
                    <a:ext uri="{9D8B030D-6E8A-4147-A177-3AD203B41FA5}">
                      <a16:colId xmlns:a16="http://schemas.microsoft.com/office/drawing/2014/main" val="1704262477"/>
                    </a:ext>
                  </a:extLst>
                </a:gridCol>
                <a:gridCol w="1519510">
                  <a:extLst>
                    <a:ext uri="{9D8B030D-6E8A-4147-A177-3AD203B41FA5}">
                      <a16:colId xmlns:a16="http://schemas.microsoft.com/office/drawing/2014/main" val="2041802746"/>
                    </a:ext>
                  </a:extLst>
                </a:gridCol>
                <a:gridCol w="4246809">
                  <a:extLst>
                    <a:ext uri="{9D8B030D-6E8A-4147-A177-3AD203B41FA5}">
                      <a16:colId xmlns:a16="http://schemas.microsoft.com/office/drawing/2014/main" val="4099305233"/>
                    </a:ext>
                  </a:extLst>
                </a:gridCol>
                <a:gridCol w="1645920">
                  <a:extLst>
                    <a:ext uri="{9D8B030D-6E8A-4147-A177-3AD203B41FA5}">
                      <a16:colId xmlns:a16="http://schemas.microsoft.com/office/drawing/2014/main" val="1813892456"/>
                    </a:ext>
                  </a:extLst>
                </a:gridCol>
              </a:tblGrid>
              <a:tr h="370840">
                <a:tc>
                  <a:txBody>
                    <a:bodyPr/>
                    <a:lstStyle/>
                    <a:p>
                      <a:pPr algn="ctr"/>
                      <a:r>
                        <a:rPr lang="en-PH" sz="800" dirty="0">
                          <a:latin typeface="+mn-lt"/>
                        </a:rPr>
                        <a:t>Version Number</a:t>
                      </a:r>
                    </a:p>
                  </a:txBody>
                  <a:tcPr/>
                </a:tc>
                <a:tc>
                  <a:txBody>
                    <a:bodyPr/>
                    <a:lstStyle/>
                    <a:p>
                      <a:pPr algn="ctr"/>
                      <a:r>
                        <a:rPr lang="en-PH" sz="800" dirty="0">
                          <a:latin typeface="+mn-lt"/>
                        </a:rPr>
                        <a:t>Effective Date</a:t>
                      </a:r>
                    </a:p>
                  </a:txBody>
                  <a:tcPr/>
                </a:tc>
                <a:tc>
                  <a:txBody>
                    <a:bodyPr/>
                    <a:lstStyle/>
                    <a:p>
                      <a:pPr algn="ctr"/>
                      <a:r>
                        <a:rPr lang="en-PH" sz="800" dirty="0">
                          <a:latin typeface="+mn-lt"/>
                        </a:rPr>
                        <a:t>Summary of Changes</a:t>
                      </a:r>
                    </a:p>
                  </a:txBody>
                  <a:tcPr/>
                </a:tc>
                <a:tc>
                  <a:txBody>
                    <a:bodyPr/>
                    <a:lstStyle/>
                    <a:p>
                      <a:pPr algn="ctr"/>
                      <a:r>
                        <a:rPr lang="en-PH" sz="800" dirty="0">
                          <a:latin typeface="+mn-lt"/>
                        </a:rPr>
                        <a:t>Author</a:t>
                      </a:r>
                    </a:p>
                  </a:txBody>
                  <a:tcPr/>
                </a:tc>
                <a:extLst>
                  <a:ext uri="{0D108BD9-81ED-4DB2-BD59-A6C34878D82A}">
                    <a16:rowId xmlns:a16="http://schemas.microsoft.com/office/drawing/2014/main" val="335025180"/>
                  </a:ext>
                </a:extLst>
              </a:tr>
              <a:tr h="370840">
                <a:tc>
                  <a:txBody>
                    <a:bodyPr/>
                    <a:lstStyle/>
                    <a:p>
                      <a:pPr algn="ctr"/>
                      <a:r>
                        <a:rPr lang="en-PH" sz="800" dirty="0">
                          <a:latin typeface="+mn-lt"/>
                        </a:rPr>
                        <a:t>1.00</a:t>
                      </a:r>
                    </a:p>
                  </a:txBody>
                  <a:tcPr/>
                </a:tc>
                <a:tc>
                  <a:txBody>
                    <a:bodyPr/>
                    <a:lstStyle/>
                    <a:p>
                      <a:r>
                        <a:rPr lang="en-PH" sz="800" dirty="0">
                          <a:latin typeface="+mn-lt"/>
                        </a:rPr>
                        <a:t>8-March-2017</a:t>
                      </a:r>
                    </a:p>
                  </a:txBody>
                  <a:tcPr/>
                </a:tc>
                <a:tc>
                  <a:txBody>
                    <a:bodyPr/>
                    <a:lstStyle/>
                    <a:p>
                      <a:r>
                        <a:rPr lang="en-PH" sz="800" dirty="0">
                          <a:latin typeface="+mn-lt"/>
                        </a:rPr>
                        <a:t>- Initial version.</a:t>
                      </a:r>
                    </a:p>
                  </a:txBody>
                  <a:tcPr/>
                </a:tc>
                <a:tc>
                  <a:txBody>
                    <a:bodyPr/>
                    <a:lstStyle/>
                    <a:p>
                      <a:r>
                        <a:rPr lang="en-PH" sz="800" dirty="0" err="1">
                          <a:latin typeface="+mn-lt"/>
                        </a:rPr>
                        <a:t>Shara</a:t>
                      </a:r>
                      <a:r>
                        <a:rPr lang="en-PH" sz="800" dirty="0">
                          <a:latin typeface="+mn-lt"/>
                        </a:rPr>
                        <a:t> Hernando</a:t>
                      </a:r>
                    </a:p>
                  </a:txBody>
                  <a:tcPr/>
                </a:tc>
                <a:extLst>
                  <a:ext uri="{0D108BD9-81ED-4DB2-BD59-A6C34878D82A}">
                    <a16:rowId xmlns:a16="http://schemas.microsoft.com/office/drawing/2014/main" val="2303110066"/>
                  </a:ext>
                </a:extLst>
              </a:tr>
              <a:tr h="370840">
                <a:tc>
                  <a:txBody>
                    <a:bodyPr/>
                    <a:lstStyle/>
                    <a:p>
                      <a:pPr algn="ctr"/>
                      <a:r>
                        <a:rPr lang="en-PH" sz="800" dirty="0">
                          <a:latin typeface="+mn-lt"/>
                        </a:rPr>
                        <a:t>2.00</a:t>
                      </a:r>
                    </a:p>
                  </a:txBody>
                  <a:tcPr/>
                </a:tc>
                <a:tc>
                  <a:txBody>
                    <a:bodyPr/>
                    <a:lstStyle/>
                    <a:p>
                      <a:r>
                        <a:rPr lang="en-PH" sz="800" dirty="0">
                          <a:latin typeface="+mn-lt"/>
                        </a:rPr>
                        <a:t>16-July-2018</a:t>
                      </a:r>
                    </a:p>
                  </a:txBody>
                  <a:tcPr/>
                </a:tc>
                <a:tc>
                  <a:txBody>
                    <a:bodyPr/>
                    <a:lstStyle/>
                    <a:p>
                      <a:r>
                        <a:rPr lang="en-PH" sz="800" dirty="0">
                          <a:latin typeface="+mn-lt"/>
                        </a:rPr>
                        <a:t>-  Removed “</a:t>
                      </a:r>
                      <a:r>
                        <a:rPr lang="en-US" sz="800" dirty="0">
                          <a:latin typeface="+mn-lt"/>
                        </a:rPr>
                        <a:t>(will be tracked separately by the account </a:t>
                      </a:r>
                      <a:r>
                        <a:rPr lang="en-US" sz="800" dirty="0" err="1">
                          <a:latin typeface="+mn-lt"/>
                        </a:rPr>
                        <a:t>focals</a:t>
                      </a:r>
                      <a:r>
                        <a:rPr lang="en-US" sz="800" dirty="0">
                          <a:latin typeface="+mn-lt"/>
                        </a:rPr>
                        <a:t> and will not be loaded in Percolator)” from #3 on Slide 4.</a:t>
                      </a:r>
                      <a:endParaRPr lang="en-PH" sz="800" dirty="0">
                        <a:latin typeface="+mn-lt"/>
                      </a:endParaRP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2737609801"/>
                  </a:ext>
                </a:extLst>
              </a:tr>
              <a:tr h="370840">
                <a:tc>
                  <a:txBody>
                    <a:bodyPr/>
                    <a:lstStyle/>
                    <a:p>
                      <a:pPr algn="ctr"/>
                      <a:r>
                        <a:rPr lang="en-PH" sz="800" dirty="0">
                          <a:latin typeface="+mn-lt"/>
                        </a:rPr>
                        <a:t>3.00</a:t>
                      </a:r>
                    </a:p>
                  </a:txBody>
                  <a:tcPr/>
                </a:tc>
                <a:tc>
                  <a:txBody>
                    <a:bodyPr/>
                    <a:lstStyle/>
                    <a:p>
                      <a:r>
                        <a:rPr lang="en-PH" sz="800" dirty="0">
                          <a:latin typeface="+mn-lt"/>
                        </a:rPr>
                        <a:t>16-April-2019</a:t>
                      </a:r>
                    </a:p>
                  </a:txBody>
                  <a:tcPr/>
                </a:tc>
                <a:tc>
                  <a:txBody>
                    <a:bodyPr/>
                    <a:lstStyle/>
                    <a:p>
                      <a:pPr marL="171450" indent="-171450">
                        <a:buFont typeface="Arial" panose="020B0604020202020204" pitchFamily="34" charset="0"/>
                        <a:buChar char="•"/>
                      </a:pPr>
                      <a:r>
                        <a:rPr lang="en-PH" sz="800" dirty="0">
                          <a:latin typeface="+mn-lt"/>
                        </a:rPr>
                        <a:t>Changed the Percolator Walkthrough Process based from the updated change management workflow. </a:t>
                      </a:r>
                    </a:p>
                    <a:p>
                      <a:pPr marL="171450" indent="-171450">
                        <a:buFont typeface="Arial" panose="020B0604020202020204" pitchFamily="34" charset="0"/>
                        <a:buChar char="•"/>
                      </a:pPr>
                      <a:r>
                        <a:rPr lang="en-PH" sz="800" dirty="0">
                          <a:latin typeface="+mn-lt"/>
                        </a:rPr>
                        <a:t>Updated all screenshots</a:t>
                      </a:r>
                    </a:p>
                    <a:p>
                      <a:pPr marL="171450" indent="-171450">
                        <a:buFont typeface="Arial" panose="020B0604020202020204" pitchFamily="34" charset="0"/>
                        <a:buChar char="•"/>
                      </a:pPr>
                      <a:r>
                        <a:rPr lang="en-PH" sz="800" dirty="0">
                          <a:latin typeface="+mn-lt"/>
                        </a:rPr>
                        <a:t>Updated Policy: Definition of Change Management and Percolator</a:t>
                      </a:r>
                    </a:p>
                    <a:p>
                      <a:pPr marL="171450" indent="-171450">
                        <a:buFont typeface="Arial" panose="020B0604020202020204" pitchFamily="34" charset="0"/>
                        <a:buChar char="•"/>
                      </a:pPr>
                      <a:endParaRPr lang="en-PH" sz="800" dirty="0">
                        <a:latin typeface="+mn-lt"/>
                      </a:endParaRPr>
                    </a:p>
                  </a:txBody>
                  <a:tcPr/>
                </a:tc>
                <a:tc>
                  <a:txBody>
                    <a:bodyPr/>
                    <a:lstStyle/>
                    <a:p>
                      <a:r>
                        <a:rPr lang="en-PH" sz="800" dirty="0">
                          <a:latin typeface="+mn-lt"/>
                        </a:rPr>
                        <a:t>Maine </a:t>
                      </a:r>
                      <a:r>
                        <a:rPr lang="en-PH" sz="800" dirty="0" err="1">
                          <a:latin typeface="+mn-lt"/>
                        </a:rPr>
                        <a:t>Abangan</a:t>
                      </a:r>
                      <a:endParaRPr lang="en-PH" sz="800" dirty="0">
                        <a:latin typeface="+mn-lt"/>
                      </a:endParaRPr>
                    </a:p>
                  </a:txBody>
                  <a:tcPr/>
                </a:tc>
                <a:extLst>
                  <a:ext uri="{0D108BD9-81ED-4DB2-BD59-A6C34878D82A}">
                    <a16:rowId xmlns:a16="http://schemas.microsoft.com/office/drawing/2014/main" val="4212023362"/>
                  </a:ext>
                </a:extLst>
              </a:tr>
              <a:tr h="370840">
                <a:tc>
                  <a:txBody>
                    <a:bodyPr/>
                    <a:lstStyle/>
                    <a:p>
                      <a:pPr algn="ctr"/>
                      <a:r>
                        <a:rPr lang="en-PH" sz="800" dirty="0">
                          <a:latin typeface="+mn-lt"/>
                        </a:rPr>
                        <a:t>4.00</a:t>
                      </a:r>
                    </a:p>
                  </a:txBody>
                  <a:tcPr/>
                </a:tc>
                <a:tc>
                  <a:txBody>
                    <a:bodyPr/>
                    <a:lstStyle/>
                    <a:p>
                      <a:r>
                        <a:rPr lang="en-PH" sz="800" dirty="0">
                          <a:latin typeface="+mn-lt"/>
                        </a:rPr>
                        <a:t>20-September-2019</a:t>
                      </a:r>
                    </a:p>
                  </a:txBody>
                  <a:tcPr/>
                </a:tc>
                <a:tc>
                  <a:txBody>
                    <a:bodyPr/>
                    <a:lstStyle/>
                    <a:p>
                      <a:pPr marL="171450" indent="-171450">
                        <a:buFont typeface="Arial" panose="020B0604020202020204" pitchFamily="34" charset="0"/>
                        <a:buChar char="•"/>
                      </a:pPr>
                      <a:r>
                        <a:rPr lang="en-PH" sz="800" dirty="0">
                          <a:latin typeface="+mn-lt"/>
                        </a:rPr>
                        <a:t>Added Training Objectives</a:t>
                      </a:r>
                    </a:p>
                    <a:p>
                      <a:pPr marL="171450" indent="-171450">
                        <a:buFont typeface="Arial" panose="020B0604020202020204" pitchFamily="34" charset="0"/>
                        <a:buChar char="•"/>
                      </a:pPr>
                      <a:r>
                        <a:rPr lang="en-PH" sz="800" dirty="0">
                          <a:latin typeface="+mn-lt"/>
                        </a:rPr>
                        <a:t>Updated some screen shots and formatting</a:t>
                      </a:r>
                    </a:p>
                  </a:txBody>
                  <a:tcPr/>
                </a:tc>
                <a:tc>
                  <a:txBody>
                    <a:bodyPr/>
                    <a:lstStyle/>
                    <a:p>
                      <a:r>
                        <a:rPr lang="en-PH" sz="800" dirty="0">
                          <a:latin typeface="+mn-lt"/>
                        </a:rPr>
                        <a:t>Maine Abangan, Gem Santiago, Oz-Bee Quinto</a:t>
                      </a:r>
                    </a:p>
                  </a:txBody>
                  <a:tcPr/>
                </a:tc>
                <a:extLst>
                  <a:ext uri="{0D108BD9-81ED-4DB2-BD59-A6C34878D82A}">
                    <a16:rowId xmlns:a16="http://schemas.microsoft.com/office/drawing/2014/main" val="788264791"/>
                  </a:ext>
                </a:extLst>
              </a:tr>
              <a:tr h="370840">
                <a:tc>
                  <a:txBody>
                    <a:bodyPr/>
                    <a:lstStyle/>
                    <a:p>
                      <a:pPr algn="ctr"/>
                      <a:r>
                        <a:rPr lang="en-PH" sz="800" dirty="0">
                          <a:latin typeface="+mn-lt"/>
                        </a:rPr>
                        <a:t>4.01</a:t>
                      </a:r>
                    </a:p>
                  </a:txBody>
                  <a:tcPr/>
                </a:tc>
                <a:tc>
                  <a:txBody>
                    <a:bodyPr/>
                    <a:lstStyle/>
                    <a:p>
                      <a:r>
                        <a:rPr lang="en-PH" sz="800" dirty="0">
                          <a:latin typeface="+mn-lt"/>
                        </a:rPr>
                        <a:t>9-March-2020</a:t>
                      </a:r>
                    </a:p>
                  </a:txBody>
                  <a:tcPr/>
                </a:tc>
                <a:tc>
                  <a:txBody>
                    <a:bodyPr/>
                    <a:lstStyle/>
                    <a:p>
                      <a:pPr marL="171450" indent="-171450">
                        <a:buFont typeface="Arial" panose="020B0604020202020204" pitchFamily="34" charset="0"/>
                        <a:buChar char="•"/>
                      </a:pPr>
                      <a:r>
                        <a:rPr lang="en-PH" sz="800" dirty="0">
                          <a:latin typeface="+mn-lt"/>
                        </a:rPr>
                        <a:t>Minor change: Removed Maine Abangan from Slide 1</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411238774"/>
                  </a:ext>
                </a:extLst>
              </a:tr>
              <a:tr h="370840">
                <a:tc>
                  <a:txBody>
                    <a:bodyPr/>
                    <a:lstStyle/>
                    <a:p>
                      <a:pPr algn="ctr"/>
                      <a:r>
                        <a:rPr lang="en-PH" sz="800" dirty="0">
                          <a:latin typeface="+mn-lt"/>
                        </a:rPr>
                        <a:t>4.02</a:t>
                      </a:r>
                    </a:p>
                  </a:txBody>
                  <a:tcPr/>
                </a:tc>
                <a:tc>
                  <a:txBody>
                    <a:bodyPr/>
                    <a:lstStyle/>
                    <a:p>
                      <a:r>
                        <a:rPr lang="en-PH" sz="800" dirty="0">
                          <a:latin typeface="+mn-lt"/>
                        </a:rPr>
                        <a:t>27-March-2020</a:t>
                      </a:r>
                    </a:p>
                  </a:txBody>
                  <a:tcPr/>
                </a:tc>
                <a:tc>
                  <a:txBody>
                    <a:bodyPr/>
                    <a:lstStyle/>
                    <a:p>
                      <a:pPr marL="171450" indent="-171450">
                        <a:buFont typeface="Arial" panose="020B0604020202020204" pitchFamily="34" charset="0"/>
                        <a:buChar char="•"/>
                      </a:pPr>
                      <a:r>
                        <a:rPr lang="en-PH" sz="800" dirty="0">
                          <a:latin typeface="+mn-lt"/>
                        </a:rPr>
                        <a:t>Minor change: added visuals and animations</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63662042"/>
                  </a:ext>
                </a:extLst>
              </a:tr>
              <a:tr h="370840">
                <a:tc>
                  <a:txBody>
                    <a:bodyPr/>
                    <a:lstStyle/>
                    <a:p>
                      <a:pPr algn="ctr"/>
                      <a:r>
                        <a:rPr lang="en-PH" sz="800" dirty="0">
                          <a:latin typeface="+mn-lt"/>
                        </a:rPr>
                        <a:t>4.03</a:t>
                      </a:r>
                    </a:p>
                  </a:txBody>
                  <a:tcPr/>
                </a:tc>
                <a:tc>
                  <a:txBody>
                    <a:bodyPr/>
                    <a:lstStyle/>
                    <a:p>
                      <a:r>
                        <a:rPr lang="en-PH" sz="800" dirty="0">
                          <a:latin typeface="+mn-lt"/>
                        </a:rPr>
                        <a:t>6-Apr-2020</a:t>
                      </a:r>
                    </a:p>
                  </a:txBody>
                  <a:tcPr/>
                </a:tc>
                <a:tc>
                  <a:txBody>
                    <a:bodyPr/>
                    <a:lstStyle/>
                    <a:p>
                      <a:pPr marL="171450" indent="-171450">
                        <a:buFont typeface="Arial" panose="020B0604020202020204" pitchFamily="34" charset="0"/>
                        <a:buChar char="•"/>
                      </a:pPr>
                      <a:r>
                        <a:rPr lang="en-PH" sz="800" dirty="0">
                          <a:latin typeface="+mn-lt"/>
                        </a:rPr>
                        <a:t>Minor change: added References Slides for RISC Management Scorecard and KCO Attributes</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2518740232"/>
                  </a:ext>
                </a:extLst>
              </a:tr>
              <a:tr h="370840">
                <a:tc>
                  <a:txBody>
                    <a:bodyPr/>
                    <a:lstStyle/>
                    <a:p>
                      <a:pPr algn="ctr"/>
                      <a:r>
                        <a:rPr lang="en-PH" sz="800" dirty="0">
                          <a:latin typeface="+mn-lt"/>
                        </a:rPr>
                        <a:t>4.04</a:t>
                      </a:r>
                    </a:p>
                  </a:txBody>
                  <a:tcPr/>
                </a:tc>
                <a:tc>
                  <a:txBody>
                    <a:bodyPr/>
                    <a:lstStyle/>
                    <a:p>
                      <a:r>
                        <a:rPr lang="en-PH" sz="800" dirty="0">
                          <a:latin typeface="+mn-lt"/>
                        </a:rPr>
                        <a:t>26-MAY-2020</a:t>
                      </a:r>
                    </a:p>
                  </a:txBody>
                  <a:tcPr/>
                </a:tc>
                <a:tc>
                  <a:txBody>
                    <a:bodyPr/>
                    <a:lstStyle/>
                    <a:p>
                      <a:pPr marL="171450" indent="-171450">
                        <a:buFont typeface="Arial" panose="020B0604020202020204" pitchFamily="34" charset="0"/>
                        <a:buChar char="•"/>
                      </a:pPr>
                      <a:r>
                        <a:rPr lang="en-PH" sz="800" dirty="0">
                          <a:latin typeface="+mn-lt"/>
                        </a:rPr>
                        <a:t>Minor change: added slide on QMS Chatbot</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1458495285"/>
                  </a:ext>
                </a:extLst>
              </a:tr>
            </a:tbl>
          </a:graphicData>
        </a:graphic>
      </p:graphicFrame>
      <p:sp>
        <p:nvSpPr>
          <p:cNvPr id="3" name="Slide Number Placeholder 2">
            <a:extLst>
              <a:ext uri="{FF2B5EF4-FFF2-40B4-BE49-F238E27FC236}">
                <a16:creationId xmlns:a16="http://schemas.microsoft.com/office/drawing/2014/main" id="{9E4916B8-F1EB-6C4E-9D80-790C85AAD832}"/>
              </a:ext>
            </a:extLst>
          </p:cNvPr>
          <p:cNvSpPr>
            <a:spLocks noGrp="1"/>
          </p:cNvSpPr>
          <p:nvPr>
            <p:ph type="sldNum" sz="quarter" idx="12"/>
          </p:nvPr>
        </p:nvSpPr>
        <p:spPr/>
        <p:txBody>
          <a:bodyPr/>
          <a:lstStyle/>
          <a:p>
            <a:fld id="{54B2B266-7584-451A-9C75-7BE4F74A4708}" type="slidenum">
              <a:rPr lang="en-US" smtClean="0"/>
              <a:t>42</a:t>
            </a:fld>
            <a:endParaRPr lang="en-US"/>
          </a:p>
        </p:txBody>
      </p:sp>
    </p:spTree>
    <p:extLst>
      <p:ext uri="{BB962C8B-B14F-4D97-AF65-F5344CB8AC3E}">
        <p14:creationId xmlns:p14="http://schemas.microsoft.com/office/powerpoint/2010/main" val="223317296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3598-13EC-465F-BA14-4573520E4C23}"/>
              </a:ext>
            </a:extLst>
          </p:cNvPr>
          <p:cNvSpPr>
            <a:spLocks noGrp="1"/>
          </p:cNvSpPr>
          <p:nvPr>
            <p:ph type="title"/>
          </p:nvPr>
        </p:nvSpPr>
        <p:spPr>
          <a:xfrm>
            <a:off x="1741714" y="1223075"/>
            <a:ext cx="7886700" cy="551289"/>
          </a:xfrm>
        </p:spPr>
        <p:txBody>
          <a:bodyPr>
            <a:normAutofit fontScale="90000"/>
          </a:bodyPr>
          <a:lstStyle/>
          <a:p>
            <a:r>
              <a:rPr lang="en-PH" dirty="0"/>
              <a:t>Revision History</a:t>
            </a:r>
          </a:p>
        </p:txBody>
      </p:sp>
      <p:graphicFrame>
        <p:nvGraphicFramePr>
          <p:cNvPr id="4" name="Table 3">
            <a:extLst>
              <a:ext uri="{FF2B5EF4-FFF2-40B4-BE49-F238E27FC236}">
                <a16:creationId xmlns:a16="http://schemas.microsoft.com/office/drawing/2014/main" id="{0B8EDA9F-7F5C-451B-BC6F-4A21322BB6AC}"/>
              </a:ext>
            </a:extLst>
          </p:cNvPr>
          <p:cNvGraphicFramePr>
            <a:graphicFrameLocks noGrp="1"/>
          </p:cNvGraphicFramePr>
          <p:nvPr>
            <p:extLst>
              <p:ext uri="{D42A27DB-BD31-4B8C-83A1-F6EECF244321}">
                <p14:modId xmlns:p14="http://schemas.microsoft.com/office/powerpoint/2010/main" val="1598834495"/>
              </p:ext>
            </p:extLst>
          </p:nvPr>
        </p:nvGraphicFramePr>
        <p:xfrm>
          <a:off x="1741714" y="1806303"/>
          <a:ext cx="8647612" cy="3337560"/>
        </p:xfrm>
        <a:graphic>
          <a:graphicData uri="http://schemas.openxmlformats.org/drawingml/2006/table">
            <a:tbl>
              <a:tblPr firstRow="1" bandRow="1">
                <a:tableStyleId>{5C22544A-7EE6-4342-B048-85BDC9FD1C3A}</a:tableStyleId>
              </a:tblPr>
              <a:tblGrid>
                <a:gridCol w="1235373">
                  <a:extLst>
                    <a:ext uri="{9D8B030D-6E8A-4147-A177-3AD203B41FA5}">
                      <a16:colId xmlns:a16="http://schemas.microsoft.com/office/drawing/2014/main" val="1704262477"/>
                    </a:ext>
                  </a:extLst>
                </a:gridCol>
                <a:gridCol w="1519510">
                  <a:extLst>
                    <a:ext uri="{9D8B030D-6E8A-4147-A177-3AD203B41FA5}">
                      <a16:colId xmlns:a16="http://schemas.microsoft.com/office/drawing/2014/main" val="2041802746"/>
                    </a:ext>
                  </a:extLst>
                </a:gridCol>
                <a:gridCol w="4246809">
                  <a:extLst>
                    <a:ext uri="{9D8B030D-6E8A-4147-A177-3AD203B41FA5}">
                      <a16:colId xmlns:a16="http://schemas.microsoft.com/office/drawing/2014/main" val="4099305233"/>
                    </a:ext>
                  </a:extLst>
                </a:gridCol>
                <a:gridCol w="1645920">
                  <a:extLst>
                    <a:ext uri="{9D8B030D-6E8A-4147-A177-3AD203B41FA5}">
                      <a16:colId xmlns:a16="http://schemas.microsoft.com/office/drawing/2014/main" val="1813892456"/>
                    </a:ext>
                  </a:extLst>
                </a:gridCol>
              </a:tblGrid>
              <a:tr h="370840">
                <a:tc>
                  <a:txBody>
                    <a:bodyPr/>
                    <a:lstStyle/>
                    <a:p>
                      <a:pPr algn="ctr"/>
                      <a:r>
                        <a:rPr lang="en-PH" sz="800" dirty="0">
                          <a:latin typeface="+mn-lt"/>
                        </a:rPr>
                        <a:t>Version Number</a:t>
                      </a:r>
                    </a:p>
                  </a:txBody>
                  <a:tcPr/>
                </a:tc>
                <a:tc>
                  <a:txBody>
                    <a:bodyPr/>
                    <a:lstStyle/>
                    <a:p>
                      <a:pPr algn="ctr"/>
                      <a:r>
                        <a:rPr lang="en-PH" sz="800" dirty="0">
                          <a:latin typeface="+mn-lt"/>
                        </a:rPr>
                        <a:t>Effective Date</a:t>
                      </a:r>
                    </a:p>
                  </a:txBody>
                  <a:tcPr/>
                </a:tc>
                <a:tc>
                  <a:txBody>
                    <a:bodyPr/>
                    <a:lstStyle/>
                    <a:p>
                      <a:pPr algn="ctr"/>
                      <a:r>
                        <a:rPr lang="en-PH" sz="800" dirty="0">
                          <a:latin typeface="+mn-lt"/>
                        </a:rPr>
                        <a:t>Summary of Changes</a:t>
                      </a:r>
                    </a:p>
                  </a:txBody>
                  <a:tcPr/>
                </a:tc>
                <a:tc>
                  <a:txBody>
                    <a:bodyPr/>
                    <a:lstStyle/>
                    <a:p>
                      <a:pPr algn="ctr"/>
                      <a:r>
                        <a:rPr lang="en-PH" sz="800" dirty="0">
                          <a:latin typeface="+mn-lt"/>
                        </a:rPr>
                        <a:t>Author</a:t>
                      </a:r>
                    </a:p>
                  </a:txBody>
                  <a:tcPr/>
                </a:tc>
                <a:extLst>
                  <a:ext uri="{0D108BD9-81ED-4DB2-BD59-A6C34878D82A}">
                    <a16:rowId xmlns:a16="http://schemas.microsoft.com/office/drawing/2014/main" val="335025180"/>
                  </a:ext>
                </a:extLst>
              </a:tr>
              <a:tr h="370840">
                <a:tc>
                  <a:txBody>
                    <a:bodyPr/>
                    <a:lstStyle/>
                    <a:p>
                      <a:pPr algn="ctr"/>
                      <a:r>
                        <a:rPr lang="en-PH" sz="800" dirty="0">
                          <a:latin typeface="+mn-lt"/>
                        </a:rPr>
                        <a:t>4.05</a:t>
                      </a:r>
                    </a:p>
                  </a:txBody>
                  <a:tcPr/>
                </a:tc>
                <a:tc>
                  <a:txBody>
                    <a:bodyPr/>
                    <a:lstStyle/>
                    <a:p>
                      <a:r>
                        <a:rPr lang="en-PH" sz="800" dirty="0">
                          <a:latin typeface="+mn-lt"/>
                        </a:rPr>
                        <a:t>14-Jul-2020</a:t>
                      </a:r>
                    </a:p>
                  </a:txBody>
                  <a:tcPr/>
                </a:tc>
                <a:tc>
                  <a:txBody>
                    <a:bodyPr/>
                    <a:lstStyle/>
                    <a:p>
                      <a:pPr marL="171450" indent="-171450">
                        <a:buFontTx/>
                        <a:buChar char="-"/>
                      </a:pPr>
                      <a:r>
                        <a:rPr lang="en-PH" sz="800" dirty="0">
                          <a:latin typeface="+mn-lt"/>
                        </a:rPr>
                        <a:t>Added QMS Specialist name on title page</a:t>
                      </a:r>
                    </a:p>
                    <a:p>
                      <a:pPr marL="171450" indent="-171450">
                        <a:buFontTx/>
                        <a:buChar char="-"/>
                      </a:pPr>
                      <a:r>
                        <a:rPr lang="en-PH" sz="800" dirty="0">
                          <a:latin typeface="+mn-lt"/>
                        </a:rPr>
                        <a:t>Added knowledge check slides</a:t>
                      </a:r>
                    </a:p>
                  </a:txBody>
                  <a:tcPr/>
                </a:tc>
                <a:tc>
                  <a:txBody>
                    <a:bodyPr/>
                    <a:lstStyle/>
                    <a:p>
                      <a:r>
                        <a:rPr lang="en-PH" sz="800" dirty="0" err="1">
                          <a:latin typeface="+mn-lt"/>
                        </a:rPr>
                        <a:t>Michaella</a:t>
                      </a:r>
                      <a:r>
                        <a:rPr lang="en-PH" sz="800" dirty="0">
                          <a:latin typeface="+mn-lt"/>
                        </a:rPr>
                        <a:t> </a:t>
                      </a:r>
                      <a:r>
                        <a:rPr lang="en-PH" sz="800" dirty="0" err="1">
                          <a:latin typeface="+mn-lt"/>
                        </a:rPr>
                        <a:t>Sasntiago</a:t>
                      </a:r>
                      <a:endParaRPr lang="en-PH" sz="800" dirty="0">
                        <a:latin typeface="+mn-lt"/>
                      </a:endParaRPr>
                    </a:p>
                  </a:txBody>
                  <a:tcPr/>
                </a:tc>
                <a:extLst>
                  <a:ext uri="{0D108BD9-81ED-4DB2-BD59-A6C34878D82A}">
                    <a16:rowId xmlns:a16="http://schemas.microsoft.com/office/drawing/2014/main" val="2303110066"/>
                  </a:ext>
                </a:extLst>
              </a:tr>
              <a:tr h="370840">
                <a:tc>
                  <a:txBody>
                    <a:bodyPr/>
                    <a:lstStyle/>
                    <a:p>
                      <a:pPr algn="ctr"/>
                      <a:r>
                        <a:rPr lang="en-PH" sz="800" dirty="0">
                          <a:latin typeface="+mn-lt"/>
                        </a:rPr>
                        <a:t>4.06</a:t>
                      </a:r>
                    </a:p>
                  </a:txBody>
                  <a:tcPr/>
                </a:tc>
                <a:tc>
                  <a:txBody>
                    <a:bodyPr/>
                    <a:lstStyle/>
                    <a:p>
                      <a:r>
                        <a:rPr lang="en-PH" sz="800" dirty="0">
                          <a:latin typeface="+mn-lt"/>
                        </a:rPr>
                        <a:t>December 15, 2020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dirty="0"/>
                        <a:t>Minor change: </a:t>
                      </a:r>
                      <a:r>
                        <a:rPr lang="en-US" sz="800" dirty="0">
                          <a:latin typeface="+mn-lt"/>
                        </a:rPr>
                        <a:t>Changed the theme of the deck</a:t>
                      </a:r>
                    </a:p>
                  </a:txBody>
                  <a:tcPr/>
                </a:tc>
                <a:tc>
                  <a:txBody>
                    <a:bodyPr/>
                    <a:lstStyle/>
                    <a:p>
                      <a:r>
                        <a:rPr lang="en-PH" sz="800" dirty="0">
                          <a:latin typeface="+mn-lt"/>
                        </a:rPr>
                        <a:t>Sydney </a:t>
                      </a:r>
                      <a:r>
                        <a:rPr lang="en-PH" sz="800" dirty="0" err="1">
                          <a:latin typeface="+mn-lt"/>
                        </a:rPr>
                        <a:t>Gesmundo</a:t>
                      </a:r>
                      <a:endParaRPr lang="en-PH" sz="800" dirty="0">
                        <a:latin typeface="+mn-lt"/>
                      </a:endParaRPr>
                    </a:p>
                  </a:txBody>
                  <a:tcPr/>
                </a:tc>
                <a:extLst>
                  <a:ext uri="{0D108BD9-81ED-4DB2-BD59-A6C34878D82A}">
                    <a16:rowId xmlns:a16="http://schemas.microsoft.com/office/drawing/2014/main" val="2737609801"/>
                  </a:ext>
                </a:extLst>
              </a:tr>
              <a:tr h="370840">
                <a:tc>
                  <a:txBody>
                    <a:bodyPr/>
                    <a:lstStyle/>
                    <a:p>
                      <a:pPr algn="ctr"/>
                      <a:r>
                        <a:rPr lang="en-PH" sz="800" dirty="0">
                          <a:latin typeface="+mn-lt"/>
                        </a:rPr>
                        <a:t>4.07</a:t>
                      </a:r>
                    </a:p>
                  </a:txBody>
                  <a:tcPr/>
                </a:tc>
                <a:tc>
                  <a:txBody>
                    <a:bodyPr/>
                    <a:lstStyle/>
                    <a:p>
                      <a:r>
                        <a:rPr lang="en-PH" sz="800" dirty="0">
                          <a:latin typeface="+mn-lt"/>
                        </a:rPr>
                        <a:t>January 13, 2020</a:t>
                      </a:r>
                    </a:p>
                  </a:txBody>
                  <a:tcPr/>
                </a:tc>
                <a:tc>
                  <a:txBody>
                    <a:bodyPr/>
                    <a:lstStyle/>
                    <a:p>
                      <a:pPr marL="171450" indent="-171450">
                        <a:buFont typeface="Arial" panose="020B0604020202020204" pitchFamily="34" charset="0"/>
                        <a:buChar char="•"/>
                      </a:pPr>
                      <a:r>
                        <a:rPr lang="en-PH" sz="800" dirty="0">
                          <a:latin typeface="+mn-lt"/>
                        </a:rPr>
                        <a:t>Minor Change: updated slide on KCO 716</a:t>
                      </a:r>
                    </a:p>
                    <a:p>
                      <a:pPr marL="171450" indent="-171450">
                        <a:buFont typeface="Arial" panose="020B0604020202020204" pitchFamily="34" charset="0"/>
                        <a:buChar char="•"/>
                      </a:pPr>
                      <a:r>
                        <a:rPr lang="en-PH" sz="800" dirty="0">
                          <a:latin typeface="+mn-lt"/>
                        </a:rPr>
                        <a:t>Updated screenshots of slide with Implementation details </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4212023362"/>
                  </a:ext>
                </a:extLst>
              </a:tr>
              <a:tr h="370840">
                <a:tc>
                  <a:txBody>
                    <a:bodyPr/>
                    <a:lstStyle/>
                    <a:p>
                      <a:pPr algn="ctr"/>
                      <a:r>
                        <a:rPr lang="en-PH" sz="800" dirty="0">
                          <a:latin typeface="+mn-lt"/>
                        </a:rPr>
                        <a:t>4.08</a:t>
                      </a:r>
                    </a:p>
                  </a:txBody>
                  <a:tcPr/>
                </a:tc>
                <a:tc>
                  <a:txBody>
                    <a:bodyPr/>
                    <a:lstStyle/>
                    <a:p>
                      <a:r>
                        <a:rPr lang="en-PH" sz="800" dirty="0">
                          <a:latin typeface="+mn-lt"/>
                        </a:rPr>
                        <a:t>April 6, 2021</a:t>
                      </a:r>
                    </a:p>
                  </a:txBody>
                  <a:tcPr/>
                </a:tc>
                <a:tc>
                  <a:txBody>
                    <a:bodyPr/>
                    <a:lstStyle/>
                    <a:p>
                      <a:pPr marL="171450" indent="-171450">
                        <a:buFont typeface="Arial" panose="020B0604020202020204" pitchFamily="34" charset="0"/>
                        <a:buChar char="•"/>
                      </a:pPr>
                      <a:r>
                        <a:rPr lang="en-PH" sz="800" dirty="0">
                          <a:latin typeface="+mn-lt"/>
                        </a:rPr>
                        <a:t>Minor Change: Removed QMS Specialist from Title Page.</a:t>
                      </a:r>
                    </a:p>
                  </a:txBody>
                  <a:tcPr/>
                </a:tc>
                <a:tc>
                  <a:txBody>
                    <a:bodyPr/>
                    <a:lstStyle/>
                    <a:p>
                      <a:r>
                        <a:rPr lang="en-PH" sz="800" dirty="0" err="1">
                          <a:latin typeface="+mn-lt"/>
                        </a:rPr>
                        <a:t>Michaella</a:t>
                      </a:r>
                      <a:r>
                        <a:rPr lang="en-PH" sz="800">
                          <a:latin typeface="+mn-lt"/>
                        </a:rPr>
                        <a:t> Santiago</a:t>
                      </a:r>
                      <a:endParaRPr lang="en-PH" sz="800" dirty="0">
                        <a:latin typeface="+mn-lt"/>
                      </a:endParaRPr>
                    </a:p>
                  </a:txBody>
                  <a:tcPr/>
                </a:tc>
                <a:extLst>
                  <a:ext uri="{0D108BD9-81ED-4DB2-BD59-A6C34878D82A}">
                    <a16:rowId xmlns:a16="http://schemas.microsoft.com/office/drawing/2014/main" val="788264791"/>
                  </a:ext>
                </a:extLst>
              </a:tr>
              <a:tr h="370840">
                <a:tc>
                  <a:txBody>
                    <a:bodyPr/>
                    <a:lstStyle/>
                    <a:p>
                      <a:pPr algn="ctr"/>
                      <a:r>
                        <a:rPr lang="en-PH" sz="800" dirty="0">
                          <a:latin typeface="+mn-lt"/>
                        </a:rPr>
                        <a:t>4.09</a:t>
                      </a:r>
                    </a:p>
                  </a:txBody>
                  <a:tcPr/>
                </a:tc>
                <a:tc>
                  <a:txBody>
                    <a:bodyPr/>
                    <a:lstStyle/>
                    <a:p>
                      <a:r>
                        <a:rPr lang="en-PH" sz="800" dirty="0">
                          <a:latin typeface="+mn-lt"/>
                        </a:rPr>
                        <a:t>April 30, 2021</a:t>
                      </a:r>
                    </a:p>
                  </a:txBody>
                  <a:tcPr/>
                </a:tc>
                <a:tc>
                  <a:txBody>
                    <a:bodyPr/>
                    <a:lstStyle/>
                    <a:p>
                      <a:pPr marL="171450" indent="-171450">
                        <a:buFont typeface="Arial" panose="020B0604020202020204" pitchFamily="34" charset="0"/>
                        <a:buChar char="•"/>
                      </a:pPr>
                      <a:r>
                        <a:rPr lang="en-PH" sz="800" dirty="0">
                          <a:latin typeface="+mn-lt"/>
                        </a:rPr>
                        <a:t>Minor Change: Fixed arrows’ format on Slides 33 &amp; 36</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411238774"/>
                  </a:ext>
                </a:extLst>
              </a:tr>
              <a:tr h="370840">
                <a:tc>
                  <a:txBody>
                    <a:bodyPr/>
                    <a:lstStyle/>
                    <a:p>
                      <a:pPr algn="ctr"/>
                      <a:r>
                        <a:rPr lang="en-PH" sz="800" dirty="0">
                          <a:latin typeface="+mn-lt"/>
                        </a:rPr>
                        <a:t>5.00</a:t>
                      </a:r>
                    </a:p>
                  </a:txBody>
                  <a:tcPr/>
                </a:tc>
                <a:tc>
                  <a:txBody>
                    <a:bodyPr/>
                    <a:lstStyle/>
                    <a:p>
                      <a:r>
                        <a:rPr lang="en-PH" sz="800" dirty="0">
                          <a:latin typeface="+mn-lt"/>
                        </a:rPr>
                        <a:t>November 25, 2021</a:t>
                      </a:r>
                    </a:p>
                  </a:txBody>
                  <a:tcPr/>
                </a:tc>
                <a:tc>
                  <a:txBody>
                    <a:bodyPr/>
                    <a:lstStyle/>
                    <a:p>
                      <a:pPr marL="171450" indent="-171450">
                        <a:buFont typeface="Arial" panose="020B0604020202020204" pitchFamily="34" charset="0"/>
                        <a:buChar char="•"/>
                      </a:pPr>
                      <a:r>
                        <a:rPr lang="en-PH" sz="800" dirty="0">
                          <a:latin typeface="+mn-lt"/>
                        </a:rPr>
                        <a:t>Major Change: Added recordings and fixed formatting</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63662042"/>
                  </a:ext>
                </a:extLst>
              </a:tr>
              <a:tr h="370840">
                <a:tc>
                  <a:txBody>
                    <a:bodyPr/>
                    <a:lstStyle/>
                    <a:p>
                      <a:pPr algn="ctr"/>
                      <a:r>
                        <a:rPr lang="en-PH" sz="800" dirty="0">
                          <a:latin typeface="+mn-lt"/>
                        </a:rPr>
                        <a:t>6.00</a:t>
                      </a:r>
                    </a:p>
                  </a:txBody>
                  <a:tcPr/>
                </a:tc>
                <a:tc>
                  <a:txBody>
                    <a:bodyPr/>
                    <a:lstStyle/>
                    <a:p>
                      <a:r>
                        <a:rPr lang="en-PH" sz="800" dirty="0">
                          <a:latin typeface="+mn-lt"/>
                        </a:rPr>
                        <a:t>April 1, 2022</a:t>
                      </a:r>
                    </a:p>
                  </a:txBody>
                  <a:tcPr/>
                </a:tc>
                <a:tc>
                  <a:txBody>
                    <a:bodyPr/>
                    <a:lstStyle/>
                    <a:p>
                      <a:pPr marL="171450" indent="-171450">
                        <a:buFont typeface="Arial" panose="020B0604020202020204" pitchFamily="34" charset="0"/>
                        <a:buChar char="•"/>
                      </a:pPr>
                      <a:r>
                        <a:rPr lang="en-PH" sz="800" dirty="0">
                          <a:latin typeface="+mn-lt"/>
                        </a:rPr>
                        <a:t>Minor Change: Updated slide on KCO Requirements</a:t>
                      </a:r>
                    </a:p>
                  </a:txBody>
                  <a:tcPr/>
                </a:tc>
                <a:tc>
                  <a:txBody>
                    <a:bodyPr/>
                    <a:lstStyle/>
                    <a:p>
                      <a:r>
                        <a:rPr lang="en-PH" sz="800" dirty="0" err="1">
                          <a:latin typeface="+mn-lt"/>
                        </a:rPr>
                        <a:t>Michaella</a:t>
                      </a:r>
                      <a:r>
                        <a:rPr lang="en-PH" sz="800" dirty="0">
                          <a:latin typeface="+mn-lt"/>
                        </a:rPr>
                        <a:t> Santiago</a:t>
                      </a:r>
                    </a:p>
                  </a:txBody>
                  <a:tcPr/>
                </a:tc>
                <a:extLst>
                  <a:ext uri="{0D108BD9-81ED-4DB2-BD59-A6C34878D82A}">
                    <a16:rowId xmlns:a16="http://schemas.microsoft.com/office/drawing/2014/main" val="2518740232"/>
                  </a:ext>
                </a:extLst>
              </a:tr>
              <a:tr h="370840">
                <a:tc>
                  <a:txBody>
                    <a:bodyPr/>
                    <a:lstStyle/>
                    <a:p>
                      <a:pPr algn="ctr"/>
                      <a:endParaRPr lang="en-PH" sz="800" dirty="0">
                        <a:latin typeface="+mn-lt"/>
                      </a:endParaRPr>
                    </a:p>
                  </a:txBody>
                  <a:tcPr/>
                </a:tc>
                <a:tc>
                  <a:txBody>
                    <a:bodyPr/>
                    <a:lstStyle/>
                    <a:p>
                      <a:endParaRPr lang="en-PH" sz="800" dirty="0">
                        <a:latin typeface="+mn-lt"/>
                      </a:endParaRPr>
                    </a:p>
                  </a:txBody>
                  <a:tcPr/>
                </a:tc>
                <a:tc>
                  <a:txBody>
                    <a:bodyPr/>
                    <a:lstStyle/>
                    <a:p>
                      <a:pPr marL="171450" indent="-171450">
                        <a:buFont typeface="Arial" panose="020B0604020202020204" pitchFamily="34" charset="0"/>
                        <a:buChar char="•"/>
                      </a:pPr>
                      <a:endParaRPr lang="en-PH" sz="800" dirty="0">
                        <a:latin typeface="+mn-lt"/>
                      </a:endParaRPr>
                    </a:p>
                  </a:txBody>
                  <a:tcPr/>
                </a:tc>
                <a:tc>
                  <a:txBody>
                    <a:bodyPr/>
                    <a:lstStyle/>
                    <a:p>
                      <a:endParaRPr lang="en-PH" sz="800" dirty="0">
                        <a:latin typeface="+mn-lt"/>
                      </a:endParaRPr>
                    </a:p>
                  </a:txBody>
                  <a:tcPr/>
                </a:tc>
                <a:extLst>
                  <a:ext uri="{0D108BD9-81ED-4DB2-BD59-A6C34878D82A}">
                    <a16:rowId xmlns:a16="http://schemas.microsoft.com/office/drawing/2014/main" val="1458495285"/>
                  </a:ext>
                </a:extLst>
              </a:tr>
            </a:tbl>
          </a:graphicData>
        </a:graphic>
      </p:graphicFrame>
      <p:sp>
        <p:nvSpPr>
          <p:cNvPr id="3" name="Slide Number Placeholder 2">
            <a:extLst>
              <a:ext uri="{FF2B5EF4-FFF2-40B4-BE49-F238E27FC236}">
                <a16:creationId xmlns:a16="http://schemas.microsoft.com/office/drawing/2014/main" id="{80112D42-9169-F545-8FB4-6062789F265A}"/>
              </a:ext>
            </a:extLst>
          </p:cNvPr>
          <p:cNvSpPr>
            <a:spLocks noGrp="1"/>
          </p:cNvSpPr>
          <p:nvPr>
            <p:ph type="sldNum" sz="quarter" idx="12"/>
          </p:nvPr>
        </p:nvSpPr>
        <p:spPr/>
        <p:txBody>
          <a:bodyPr/>
          <a:lstStyle/>
          <a:p>
            <a:fld id="{54B2B266-7584-451A-9C75-7BE4F74A4708}" type="slidenum">
              <a:rPr lang="en-US" smtClean="0"/>
              <a:t>43</a:t>
            </a:fld>
            <a:endParaRPr lang="en-US"/>
          </a:p>
        </p:txBody>
      </p:sp>
    </p:spTree>
    <p:extLst>
      <p:ext uri="{BB962C8B-B14F-4D97-AF65-F5344CB8AC3E}">
        <p14:creationId xmlns:p14="http://schemas.microsoft.com/office/powerpoint/2010/main" val="282864496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073_T_PGO_TOP100_IBM(16_9)" id="{4D3B465E-766E-4BC5-B56A-1837E516C862}" vid="{03C77EFD-4904-4D25-A41B-D2DA346362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1845</TotalTime>
  <Words>4290</Words>
  <Application>Microsoft Macintosh PowerPoint</Application>
  <PresentationFormat>Widescreen</PresentationFormat>
  <Paragraphs>523</Paragraphs>
  <Slides>43</Slides>
  <Notes>42</Notes>
  <HiddenSlides>2</HiddenSlides>
  <MMClips>41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Times New Roman</vt:lpstr>
      <vt:lpstr>Wingdings</vt:lpstr>
      <vt:lpstr>1_Office Theme</vt:lpstr>
      <vt:lpstr>Change Management Policy and process</vt:lpstr>
      <vt:lpstr>Reminders</vt:lpstr>
      <vt:lpstr>Training  objectives</vt:lpstr>
      <vt:lpstr>Change Management</vt:lpstr>
      <vt:lpstr>Change Management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MDC Percolator Tool Walkthrough</vt:lpstr>
      <vt:lpstr>Change Management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Functions</vt:lpstr>
      <vt:lpstr>References</vt:lpstr>
      <vt:lpstr>References</vt:lpstr>
      <vt:lpstr>QMS Chatbot</vt:lpstr>
      <vt:lpstr>END OF TRAINING</vt:lpstr>
      <vt:lpstr>Revision History</vt:lpstr>
      <vt:lpstr>Revision History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Management Policy and process</dc:title>
  <dc:creator>SYDNEY GESMUNDO</dc:creator>
  <cp:lastModifiedBy>Michaella Gail G. Santiago</cp:lastModifiedBy>
  <cp:revision>215</cp:revision>
  <dcterms:created xsi:type="dcterms:W3CDTF">2020-12-15T07:12:02Z</dcterms:created>
  <dcterms:modified xsi:type="dcterms:W3CDTF">2022-04-01T08:32:20Z</dcterms:modified>
</cp:coreProperties>
</file>